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308" r:id="rId3"/>
    <p:sldId id="258" r:id="rId4"/>
    <p:sldId id="305" r:id="rId5"/>
    <p:sldId id="259" r:id="rId6"/>
    <p:sldId id="306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07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300" r:id="rId26"/>
    <p:sldId id="278" r:id="rId27"/>
    <p:sldId id="280" r:id="rId28"/>
    <p:sldId id="301" r:id="rId29"/>
    <p:sldId id="282" r:id="rId30"/>
    <p:sldId id="283" r:id="rId31"/>
    <p:sldId id="302" r:id="rId32"/>
    <p:sldId id="284" r:id="rId33"/>
    <p:sldId id="304" r:id="rId34"/>
    <p:sldId id="285" r:id="rId35"/>
  </p:sldIdLst>
  <p:sldSz cx="18288000" cy="10287000"/>
  <p:notesSz cx="6858000" cy="9144000"/>
  <p:embeddedFontLst>
    <p:embeddedFont>
      <p:font typeface="Lexend Deca" panose="020B0604020202020204" charset="0"/>
      <p:regular r:id="rId37"/>
    </p:embeddedFont>
    <p:embeddedFont>
      <p:font typeface="Outfit" panose="020B0604020202020204" charset="0"/>
      <p:regular r:id="rId38"/>
    </p:embeddedFont>
    <p:embeddedFont>
      <p:font typeface="Outfit Bold" panose="020B0604020202020204" charset="0"/>
      <p:regular r:id="rId39"/>
    </p:embeddedFont>
    <p:embeddedFont>
      <p:font typeface="Outfit Semi-Bold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507844034525744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971089535651731E-2"/>
          <c:y val="0.11525175902233246"/>
          <c:w val="0.95769248282842401"/>
          <c:h val="0.700731343065899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B5-4DB6-AE70-C4AB2C3124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B5-4DB6-AE70-C4AB2C3124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B5-4DB6-AE70-C4AB2C3124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76674560"/>
        <c:axId val="1776672896"/>
      </c:barChart>
      <c:catAx>
        <c:axId val="1776674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672896"/>
        <c:crosses val="autoZero"/>
        <c:auto val="1"/>
        <c:lblAlgn val="ctr"/>
        <c:lblOffset val="100"/>
        <c:noMultiLvlLbl val="0"/>
      </c:catAx>
      <c:valAx>
        <c:axId val="1776672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674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layout>
        <c:manualLayout>
          <c:xMode val="edge"/>
          <c:yMode val="edge"/>
          <c:x val="0.443914203853197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647127722036004"/>
          <c:y val="0.13392044193113833"/>
          <c:w val="0.60705744555927987"/>
          <c:h val="0.7489496102289409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418-4397-9FF0-0DC360F98660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418-4397-9FF0-0DC360F98660}"/>
              </c:ext>
            </c:extLst>
          </c:dPt>
          <c:dPt>
            <c:idx val="2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418-4397-9FF0-0DC360F98660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418-4397-9FF0-0DC360F986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18-4397-9FF0-0DC360F986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0.6881</cdr:x>
      <cdr:y>0.25726</cdr:y>
    </cdr:from>
    <cdr:to>
      <cdr:x>1</cdr:x>
      <cdr:y>0.25726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E3CBFA8A-B11D-4FBA-9B47-D67EF562C2E6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5005152" y="1111265"/>
          <a:ext cx="2268773" cy="0"/>
        </a:xfrm>
        <a:prstGeom xmlns:a="http://schemas.openxmlformats.org/drawingml/2006/main" prst="line">
          <a:avLst/>
        </a:prstGeom>
        <a:ln xmlns:a="http://schemas.openxmlformats.org/drawingml/2006/main" w="6350">
          <a:solidFill>
            <a:schemeClr val="tx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286F0-5D44-442A-89D7-9EA0829990CE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3A928-C791-423D-8AB9-F59BCD590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5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17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CF84-7D22-98C9-CD1F-A7E42F91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DC22E-6750-9425-DD7A-AC636AC6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D3774-5C32-3EC6-C8F4-3D5C8AA97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0BA43-88C5-B71E-BEE8-FD5B98A9A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68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FF55-ABA5-6CEB-A629-94C7F2B6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5612-AF3A-DEEE-72B3-F9BE2E61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00146-ABC2-84A6-4A65-19D79D94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53FD3-76F4-08F5-EC8C-0591A54F3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65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53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91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9" Type="http://schemas.openxmlformats.org/officeDocument/2006/relationships/image" Target="../media/image91.svg"/><Relationship Id="rId21" Type="http://schemas.openxmlformats.org/officeDocument/2006/relationships/image" Target="../media/image73.svg"/><Relationship Id="rId34" Type="http://schemas.openxmlformats.org/officeDocument/2006/relationships/image" Target="../media/image86.pn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29" Type="http://schemas.openxmlformats.org/officeDocument/2006/relationships/image" Target="../media/image81.svg"/><Relationship Id="rId41" Type="http://schemas.openxmlformats.org/officeDocument/2006/relationships/image" Target="../media/image9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24" Type="http://schemas.openxmlformats.org/officeDocument/2006/relationships/image" Target="../media/image76.png"/><Relationship Id="rId32" Type="http://schemas.openxmlformats.org/officeDocument/2006/relationships/image" Target="../media/image84.png"/><Relationship Id="rId37" Type="http://schemas.openxmlformats.org/officeDocument/2006/relationships/image" Target="../media/image89.svg"/><Relationship Id="rId40" Type="http://schemas.openxmlformats.org/officeDocument/2006/relationships/image" Target="../media/image92.png"/><Relationship Id="rId5" Type="http://schemas.openxmlformats.org/officeDocument/2006/relationships/image" Target="../media/image57.svg"/><Relationship Id="rId15" Type="http://schemas.openxmlformats.org/officeDocument/2006/relationships/image" Target="../media/image67.svg"/><Relationship Id="rId23" Type="http://schemas.openxmlformats.org/officeDocument/2006/relationships/image" Target="../media/image75.svg"/><Relationship Id="rId28" Type="http://schemas.openxmlformats.org/officeDocument/2006/relationships/image" Target="../media/image80.png"/><Relationship Id="rId36" Type="http://schemas.openxmlformats.org/officeDocument/2006/relationships/image" Target="../media/image88.png"/><Relationship Id="rId10" Type="http://schemas.openxmlformats.org/officeDocument/2006/relationships/image" Target="../media/image62.png"/><Relationship Id="rId19" Type="http://schemas.openxmlformats.org/officeDocument/2006/relationships/image" Target="../media/image71.svg"/><Relationship Id="rId31" Type="http://schemas.openxmlformats.org/officeDocument/2006/relationships/image" Target="../media/image83.svg"/><Relationship Id="rId4" Type="http://schemas.openxmlformats.org/officeDocument/2006/relationships/image" Target="../media/image56.png"/><Relationship Id="rId9" Type="http://schemas.openxmlformats.org/officeDocument/2006/relationships/image" Target="../media/image61.svg"/><Relationship Id="rId14" Type="http://schemas.openxmlformats.org/officeDocument/2006/relationships/image" Target="../media/image66.png"/><Relationship Id="rId22" Type="http://schemas.openxmlformats.org/officeDocument/2006/relationships/image" Target="../media/image74.png"/><Relationship Id="rId27" Type="http://schemas.openxmlformats.org/officeDocument/2006/relationships/image" Target="../media/image79.svg"/><Relationship Id="rId30" Type="http://schemas.openxmlformats.org/officeDocument/2006/relationships/image" Target="../media/image82.png"/><Relationship Id="rId35" Type="http://schemas.openxmlformats.org/officeDocument/2006/relationships/image" Target="../media/image87.svg"/><Relationship Id="rId8" Type="http://schemas.openxmlformats.org/officeDocument/2006/relationships/image" Target="../media/image60.png"/><Relationship Id="rId3" Type="http://schemas.openxmlformats.org/officeDocument/2006/relationships/image" Target="../media/image55.svg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5" Type="http://schemas.openxmlformats.org/officeDocument/2006/relationships/image" Target="../media/image77.svg"/><Relationship Id="rId33" Type="http://schemas.openxmlformats.org/officeDocument/2006/relationships/image" Target="../media/image85.svg"/><Relationship Id="rId38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>
            <a:off x="972949" y="802867"/>
            <a:ext cx="4210171" cy="863085"/>
          </a:xfrm>
          <a:custGeom>
            <a:avLst/>
            <a:gdLst/>
            <a:ahLst/>
            <a:cxnLst/>
            <a:rect l="l" t="t" r="r" b="b"/>
            <a:pathLst>
              <a:path w="4210171" h="863085">
                <a:moveTo>
                  <a:pt x="0" y="0"/>
                </a:moveTo>
                <a:lnTo>
                  <a:pt x="4210172" y="0"/>
                </a:lnTo>
                <a:lnTo>
                  <a:pt x="4210172" y="863085"/>
                </a:lnTo>
                <a:lnTo>
                  <a:pt x="0" y="863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972949" y="2061547"/>
            <a:ext cx="16114333" cy="116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  <a:latin typeface="Outfit" panose="020B0604020202020204" charset="0"/>
              </a:rPr>
              <a:t>How to Use This Deck for Your Session</a:t>
            </a:r>
            <a:endParaRPr lang="en-US" sz="2800" dirty="0">
              <a:solidFill>
                <a:schemeClr val="bg1"/>
              </a:solidFill>
              <a:latin typeface="Outfit" panose="020B060402020202020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Outfit" panose="020B0604020202020204" charset="0"/>
              </a:rPr>
              <a:t>Welcome to the Packt ML Summit 2025! This template is designed to help you deliver a high-impact, well-paced session. Feel free to duplicate, remove, or reorder slides based on your talk format.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5703" y="856585"/>
            <a:ext cx="33646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GUIDELINES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159A54E2-DC10-9404-127C-6D2277623622}"/>
              </a:ext>
            </a:extLst>
          </p:cNvPr>
          <p:cNvSpPr txBox="1"/>
          <p:nvPr/>
        </p:nvSpPr>
        <p:spPr>
          <a:xfrm>
            <a:off x="997530" y="4076700"/>
            <a:ext cx="4943697" cy="320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CD8F"/>
                </a:solidFill>
                <a:latin typeface="Outfit Bold"/>
                <a:ea typeface="Outfit Bold"/>
                <a:cs typeface="Outfit Bold"/>
                <a:sym typeface="Outfit Bold"/>
              </a:rPr>
              <a:t>REQUIRED SLIDES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STARTING NOW: 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This will go on the waiting screen for ~30-60 seconds before you go LIVE.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 Session TITLE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About The Speaker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 Agenda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 Content Slides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 Thank You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0EAC8295-B655-790B-793E-224970EE414A}"/>
              </a:ext>
            </a:extLst>
          </p:cNvPr>
          <p:cNvSpPr txBox="1"/>
          <p:nvPr/>
        </p:nvSpPr>
        <p:spPr>
          <a:xfrm>
            <a:off x="6688282" y="4092677"/>
            <a:ext cx="5216235" cy="3205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CD8F"/>
                </a:solidFill>
                <a:latin typeface="Outfit Bold"/>
                <a:ea typeface="Outfit Bold"/>
                <a:cs typeface="Outfit Bold"/>
                <a:sym typeface="Outfit Bold"/>
              </a:rPr>
              <a:t>OPTIONAL SLIDES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Code snippets / architecture diagrams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 Case Studies or example walkthroughs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Session TITLE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Audience Poll: 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We can automate the poll via the platform and obtain real time results as users take the poll. Good prop to engage. 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Outfit Bold"/>
                <a:ea typeface="Outfit Bold"/>
                <a:cs typeface="Outfit Bold"/>
                <a:sym typeface="Outfit Bold"/>
              </a:rPr>
              <a:t>Resources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2AF07FC8-684F-ADAD-110D-2614FCAF6E20}"/>
              </a:ext>
            </a:extLst>
          </p:cNvPr>
          <p:cNvSpPr txBox="1"/>
          <p:nvPr/>
        </p:nvSpPr>
        <p:spPr>
          <a:xfrm>
            <a:off x="12752179" y="4092677"/>
            <a:ext cx="4943697" cy="284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CD8F"/>
                </a:solidFill>
                <a:latin typeface="Outfit Bold"/>
                <a:ea typeface="Outfit Bold"/>
                <a:cs typeface="Outfit Bold"/>
                <a:sym typeface="Outfit Bold"/>
              </a:rPr>
              <a:t>FORMAT SPECIFIC</a:t>
            </a:r>
            <a:endParaRPr lang="en-US" sz="2000" b="1" dirty="0">
              <a:solidFill>
                <a:schemeClr val="bg1"/>
              </a:solidFill>
              <a:latin typeface="Outfit Bold"/>
              <a:ea typeface="Outfit Bold"/>
              <a:cs typeface="Outfit Bold"/>
              <a:sym typeface="Outfit Bold"/>
            </a:endParaRP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Power Talk (30 min)</a:t>
            </a:r>
            <a:r>
              <a:rPr lang="en-US" sz="2000" dirty="0">
                <a:solidFill>
                  <a:schemeClr val="bg1"/>
                </a:solidFill>
              </a:rPr>
              <a:t>: Focus on content + clear takeaways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Tech Talk (45 min)</a:t>
            </a:r>
            <a:r>
              <a:rPr lang="en-US" sz="2000" dirty="0">
                <a:solidFill>
                  <a:schemeClr val="bg1"/>
                </a:solidFill>
              </a:rPr>
              <a:t>: Deep dive with walkthroughs and demo</a:t>
            </a:r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Workshop</a:t>
            </a:r>
            <a:r>
              <a:rPr lang="en-US" sz="2000" dirty="0">
                <a:solidFill>
                  <a:schemeClr val="bg1"/>
                </a:solidFill>
              </a:rPr>
              <a:t>: Include setup instructions, step-by-step structure</a:t>
            </a:r>
          </a:p>
          <a:p>
            <a:pPr marL="457200" indent="-457200" algn="l">
              <a:lnSpc>
                <a:spcPts val="2800"/>
              </a:lnSpc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Outfit Bold"/>
              <a:ea typeface="Outfit Bold"/>
              <a:cs typeface="Outfit Bold"/>
              <a:sym typeface="Outfit Bold"/>
            </a:endParaRPr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650CD560-13D8-59DF-460B-084865D0A3C2}"/>
              </a:ext>
            </a:extLst>
          </p:cNvPr>
          <p:cNvSpPr/>
          <p:nvPr/>
        </p:nvSpPr>
        <p:spPr>
          <a:xfrm>
            <a:off x="5945529" y="4302862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14">
            <a:extLst>
              <a:ext uri="{FF2B5EF4-FFF2-40B4-BE49-F238E27FC236}">
                <a16:creationId xmlns:a16="http://schemas.microsoft.com/office/drawing/2014/main" id="{64195B4C-3AFC-23FA-DA3A-A12F3F46596F}"/>
              </a:ext>
            </a:extLst>
          </p:cNvPr>
          <p:cNvSpPr/>
          <p:nvPr/>
        </p:nvSpPr>
        <p:spPr>
          <a:xfrm>
            <a:off x="12192000" y="4302862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A02574EB-BBEE-0A27-0D86-F38395FE3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 free to leave speaker notes or inline comments on any slide—our design team will review them and help enhance your deck wherever needed.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ADCF2DA-F05C-1AFA-5327-6119A9AC0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6794"/>
            <a:ext cx="18288000" cy="55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 free to leave speaker notes or inline comments on any slide—our design team will review them and help enhance your deck wherever needed.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1BD4C23C-41A9-28BF-6E5C-882B88614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09194"/>
            <a:ext cx="18288000" cy="55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 free to leave speaker notes or inline comments on any slide—our design team will review them and help enhance your deck wherever needed.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1E19B089-41FE-5C85-A3D8-3E6FB4C353B0}"/>
              </a:ext>
            </a:extLst>
          </p:cNvPr>
          <p:cNvSpPr txBox="1"/>
          <p:nvPr/>
        </p:nvSpPr>
        <p:spPr>
          <a:xfrm>
            <a:off x="972948" y="8231635"/>
            <a:ext cx="1611433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Outfit" panose="020B0604020202020204" charset="0"/>
              </a:rPr>
              <a:t>Feel Free to leave speaker notes or comments on any slide – our design team will review and help enhance your deck wherever needed.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4974F-450E-E84F-2D2D-5CAD1B1D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38212F-8A1F-C683-42C3-2ED69E62A216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DE79C6-8DA5-045F-97EE-CAFCB3462848}"/>
              </a:ext>
            </a:extLst>
          </p:cNvPr>
          <p:cNvGrpSpPr/>
          <p:nvPr/>
        </p:nvGrpSpPr>
        <p:grpSpPr>
          <a:xfrm>
            <a:off x="0" y="2903094"/>
            <a:ext cx="18288000" cy="1110924"/>
            <a:chOff x="0" y="0"/>
            <a:chExt cx="5287621" cy="3212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667A5B-D7FF-A013-10EB-F450131B3004}"/>
                </a:ext>
              </a:extLst>
            </p:cNvPr>
            <p:cNvSpPr/>
            <p:nvPr/>
          </p:nvSpPr>
          <p:spPr>
            <a:xfrm>
              <a:off x="0" y="0"/>
              <a:ext cx="5287621" cy="321202"/>
            </a:xfrm>
            <a:custGeom>
              <a:avLst/>
              <a:gdLst/>
              <a:ahLst/>
              <a:cxnLst/>
              <a:rect l="l" t="t" r="r" b="b"/>
              <a:pathLst>
                <a:path w="5287621" h="321202">
                  <a:moveTo>
                    <a:pt x="0" y="0"/>
                  </a:moveTo>
                  <a:lnTo>
                    <a:pt x="5287621" y="0"/>
                  </a:lnTo>
                  <a:lnTo>
                    <a:pt x="5287621" y="321202"/>
                  </a:lnTo>
                  <a:lnTo>
                    <a:pt x="0" y="321202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3FF3DF-A3B0-2635-0B3D-4F8DCBDC4D4F}"/>
                </a:ext>
              </a:extLst>
            </p:cNvPr>
            <p:cNvSpPr txBox="1"/>
            <p:nvPr/>
          </p:nvSpPr>
          <p:spPr>
            <a:xfrm>
              <a:off x="0" y="-19050"/>
              <a:ext cx="5287621" cy="340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5F0C4D2-4ADC-FE03-5D1D-C8F2CBF37931}"/>
              </a:ext>
            </a:extLst>
          </p:cNvPr>
          <p:cNvGrpSpPr/>
          <p:nvPr/>
        </p:nvGrpSpPr>
        <p:grpSpPr>
          <a:xfrm>
            <a:off x="14417256" y="6466736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8D4C75-5BC5-4EBF-CDC3-3930F72EF9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A58E014-A7CE-AA7E-EA6F-085645C70DCD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D627FC7-3986-6DB8-1BC3-25386C03C504}"/>
              </a:ext>
            </a:extLst>
          </p:cNvPr>
          <p:cNvGrpSpPr>
            <a:grpSpLocks noChangeAspect="1"/>
          </p:cNvGrpSpPr>
          <p:nvPr/>
        </p:nvGrpSpPr>
        <p:grpSpPr>
          <a:xfrm>
            <a:off x="14591790" y="6630457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4EF6C1F-21A0-E6AF-4156-710A5B392B99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4818A35-F850-8BC4-80EE-7CF068E955D5}"/>
              </a:ext>
            </a:extLst>
          </p:cNvPr>
          <p:cNvSpPr/>
          <p:nvPr/>
        </p:nvSpPr>
        <p:spPr>
          <a:xfrm>
            <a:off x="972949" y="802867"/>
            <a:ext cx="4210171" cy="863085"/>
          </a:xfrm>
          <a:custGeom>
            <a:avLst/>
            <a:gdLst/>
            <a:ahLst/>
            <a:cxnLst/>
            <a:rect l="l" t="t" r="r" b="b"/>
            <a:pathLst>
              <a:path w="4210171" h="863085">
                <a:moveTo>
                  <a:pt x="0" y="0"/>
                </a:moveTo>
                <a:lnTo>
                  <a:pt x="4210172" y="0"/>
                </a:lnTo>
                <a:lnTo>
                  <a:pt x="4210172" y="863085"/>
                </a:lnTo>
                <a:lnTo>
                  <a:pt x="0" y="8630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DCA74F-C253-3AC6-D1E9-B620098CF0C7}"/>
              </a:ext>
            </a:extLst>
          </p:cNvPr>
          <p:cNvSpPr txBox="1"/>
          <p:nvPr/>
        </p:nvSpPr>
        <p:spPr>
          <a:xfrm>
            <a:off x="972949" y="4411702"/>
            <a:ext cx="16114333" cy="49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Session Description (2-3 high-Q takeaways)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8AEF8C-A0C5-80E0-D64A-98108A7283DA}"/>
              </a:ext>
            </a:extLst>
          </p:cNvPr>
          <p:cNvSpPr txBox="1"/>
          <p:nvPr/>
        </p:nvSpPr>
        <p:spPr>
          <a:xfrm>
            <a:off x="972949" y="2936269"/>
            <a:ext cx="1091124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Session Title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23C20A-9466-2408-104C-3B6B7016F2EA}"/>
              </a:ext>
            </a:extLst>
          </p:cNvPr>
          <p:cNvSpPr txBox="1"/>
          <p:nvPr/>
        </p:nvSpPr>
        <p:spPr>
          <a:xfrm>
            <a:off x="10523069" y="7249108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Speaker Name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4B44BE-AF61-BD2F-EF10-2091C68B7AA5}"/>
              </a:ext>
            </a:extLst>
          </p:cNvPr>
          <p:cNvSpPr txBox="1"/>
          <p:nvPr/>
        </p:nvSpPr>
        <p:spPr>
          <a:xfrm>
            <a:off x="1395703" y="856585"/>
            <a:ext cx="33646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Starting Now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5570E2D-C862-28C2-8155-7CE35AD6397B}"/>
              </a:ext>
            </a:extLst>
          </p:cNvPr>
          <p:cNvSpPr txBox="1"/>
          <p:nvPr/>
        </p:nvSpPr>
        <p:spPr>
          <a:xfrm>
            <a:off x="10728788" y="8005392"/>
            <a:ext cx="3478918" cy="40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Role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9E2BF91-27A9-150F-6C73-340CF2CA5CAF}"/>
              </a:ext>
            </a:extLst>
          </p:cNvPr>
          <p:cNvSpPr/>
          <p:nvPr/>
        </p:nvSpPr>
        <p:spPr>
          <a:xfrm>
            <a:off x="10614594" y="7938718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8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1" y="4479925"/>
            <a:ext cx="552450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Session TITLE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68950"/>
            <a:ext cx="285913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Sub-Title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AF79-6D66-69C5-BD51-FDD29B80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A81F84-2D78-7067-E996-43BDCAEACF8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B9B130-F8D1-289C-66E6-A64112B01F50}"/>
              </a:ext>
            </a:extLst>
          </p:cNvPr>
          <p:cNvGrpSpPr/>
          <p:nvPr/>
        </p:nvGrpSpPr>
        <p:grpSpPr>
          <a:xfrm>
            <a:off x="2514600" y="3395165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A1FDFE-9ECA-22F9-EC97-F07C8A7982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81B9E1-9036-65F2-9545-BC5B075F26A2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D67538-A61A-EF01-0B7F-70035823EA76}"/>
              </a:ext>
            </a:extLst>
          </p:cNvPr>
          <p:cNvGrpSpPr>
            <a:grpSpLocks noChangeAspect="1"/>
          </p:cNvGrpSpPr>
          <p:nvPr/>
        </p:nvGrpSpPr>
        <p:grpSpPr>
          <a:xfrm>
            <a:off x="2689134" y="3553346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35EA195-CDC4-DEF0-8373-9C04037D769D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8A9EC0EE-EAD3-A223-0B45-40646F8EBC7F}"/>
              </a:ext>
            </a:extLst>
          </p:cNvPr>
          <p:cNvSpPr txBox="1"/>
          <p:nvPr/>
        </p:nvSpPr>
        <p:spPr>
          <a:xfrm>
            <a:off x="2170922" y="6200273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Speaker Name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CEDB19-32D9-0D0F-5518-777CE3D1067C}"/>
              </a:ext>
            </a:extLst>
          </p:cNvPr>
          <p:cNvSpPr txBox="1"/>
          <p:nvPr/>
        </p:nvSpPr>
        <p:spPr>
          <a:xfrm>
            <a:off x="2170922" y="6867993"/>
            <a:ext cx="3478918" cy="40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Role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BD13993-F342-A411-A295-6A7DBFD05D77}"/>
              </a:ext>
            </a:extLst>
          </p:cNvPr>
          <p:cNvSpPr/>
          <p:nvPr/>
        </p:nvSpPr>
        <p:spPr>
          <a:xfrm>
            <a:off x="2170922" y="6831313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C115DDE0-6B3D-18AA-AB37-E7D8A14C9C46}"/>
              </a:ext>
            </a:extLst>
          </p:cNvPr>
          <p:cNvSpPr txBox="1">
            <a:spLocks/>
          </p:cNvSpPr>
          <p:nvPr/>
        </p:nvSpPr>
        <p:spPr>
          <a:xfrm>
            <a:off x="8566806" y="2491849"/>
            <a:ext cx="5640900" cy="903316"/>
          </a:xfrm>
          <a:prstGeom prst="rect">
            <a:avLst/>
          </a:prstGeom>
        </p:spPr>
        <p:txBody>
          <a:bodyPr vert="horz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bg1"/>
                </a:solidFill>
              </a:rPr>
              <a:t>Abou</a:t>
            </a: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pl-PL" dirty="0"/>
              <a:t> </a:t>
            </a:r>
            <a:r>
              <a:rPr lang="en-US" dirty="0">
                <a:solidFill>
                  <a:srgbClr val="00CD8F"/>
                </a:solidFill>
              </a:rPr>
              <a:t>[SPEAKER NAME]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273BFE-D528-2975-77E7-7CAFE278CA06}"/>
              </a:ext>
            </a:extLst>
          </p:cNvPr>
          <p:cNvSpPr txBox="1">
            <a:spLocks/>
          </p:cNvSpPr>
          <p:nvPr/>
        </p:nvSpPr>
        <p:spPr>
          <a:xfrm>
            <a:off x="8641280" y="3521284"/>
            <a:ext cx="8618019" cy="442256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Founded in 2004 in Birmingham, </a:t>
            </a: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UK, </a:t>
            </a:r>
            <a:r>
              <a:rPr lang="en-US" sz="2000" b="1" dirty="0" err="1">
                <a:solidFill>
                  <a:schemeClr val="bg1"/>
                </a:solidFill>
                <a:latin typeface="Outfit" panose="020B0604020202020204" charset="0"/>
              </a:rPr>
              <a:t>Packt’s</a:t>
            </a: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 mission is to help</a:t>
            </a:r>
            <a:r>
              <a:rPr lang="pl-PL" sz="2000" b="1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the world put software to work in new ways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, through the delivery</a:t>
            </a:r>
            <a:r>
              <a:rPr lang="pl-PL" sz="2000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of effective learning and information services to IT professionals.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Working towards that vision, we have published over </a:t>
            </a: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6,500 books</a:t>
            </a:r>
            <a:r>
              <a:rPr lang="pl-PL" sz="2000" b="1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and videos </a:t>
            </a:r>
            <a:br>
              <a:rPr lang="pl-PL" sz="2000" b="1" dirty="0">
                <a:solidFill>
                  <a:schemeClr val="bg1"/>
                </a:solidFill>
                <a:latin typeface="Outfit" panose="020B0604020202020204" charset="0"/>
              </a:rPr>
            </a:b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so far, providing IT professionals with the actionable</a:t>
            </a:r>
            <a:r>
              <a:rPr lang="pl-PL" sz="2000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knowledge they need to </a:t>
            </a:r>
            <a:br>
              <a:rPr lang="pl-PL" sz="2000" dirty="0">
                <a:solidFill>
                  <a:schemeClr val="bg1"/>
                </a:solidFill>
                <a:latin typeface="Outfit" panose="020B0604020202020204" charset="0"/>
              </a:rPr>
            </a:b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get the job done - whether that’s specific</a:t>
            </a:r>
            <a:r>
              <a:rPr lang="pl-PL" sz="2000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learning on an emerging technology </a:t>
            </a:r>
            <a:br>
              <a:rPr lang="pl-PL" sz="2000" dirty="0">
                <a:solidFill>
                  <a:schemeClr val="bg1"/>
                </a:solidFill>
                <a:latin typeface="Outfit" panose="020B0604020202020204" charset="0"/>
              </a:rPr>
            </a:b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or optimizing key skills in more</a:t>
            </a:r>
            <a:r>
              <a:rPr lang="pl-PL" sz="2000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established tools.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As part of our mission, we have also awarded over </a:t>
            </a: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$1,000,000</a:t>
            </a:r>
            <a:r>
              <a:rPr lang="pl-PL" sz="2000" b="1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Outfit" panose="020B0604020202020204" charset="0"/>
              </a:rPr>
              <a:t>through our Open Source Project Royalty scheme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, helping</a:t>
            </a:r>
            <a:r>
              <a:rPr lang="pl-PL" sz="2000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numerous projects become household names along the way.</a:t>
            </a:r>
          </a:p>
        </p:txBody>
      </p:sp>
    </p:spTree>
    <p:extLst>
      <p:ext uri="{BB962C8B-B14F-4D97-AF65-F5344CB8AC3E}">
        <p14:creationId xmlns:p14="http://schemas.microsoft.com/office/powerpoint/2010/main" val="228539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023487" cy="10287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2085975"/>
            <a:ext cx="656655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1828081"/>
            <a:ext cx="51435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>
            <a:off x="8184832" y="2628900"/>
            <a:ext cx="88933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8184640" y="3517900"/>
            <a:ext cx="89030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8315132" y="2667000"/>
            <a:ext cx="3514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3050" y="2818130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  <p:sp>
        <p:nvSpPr>
          <p:cNvPr id="9" name="AutoShape 9"/>
          <p:cNvSpPr/>
          <p:nvPr/>
        </p:nvSpPr>
        <p:spPr>
          <a:xfrm>
            <a:off x="8184640" y="4445000"/>
            <a:ext cx="89696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8315131" y="3613151"/>
            <a:ext cx="389551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3050" y="4549775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84640" y="528956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8315132" y="4540250"/>
            <a:ext cx="3607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63050" y="547054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84832" y="612713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8315132" y="5375919"/>
            <a:ext cx="3895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5132" y="6207770"/>
            <a:ext cx="37309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05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345" y="8757648"/>
            <a:ext cx="254098" cy="336585"/>
            <a:chOff x="0" y="0"/>
            <a:chExt cx="508203" cy="673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54" cy="673227"/>
            </a:xfrm>
            <a:custGeom>
              <a:avLst/>
              <a:gdLst/>
              <a:ahLst/>
              <a:cxnLst/>
              <a:rect l="l" t="t" r="r" b="b"/>
              <a:pathLst>
                <a:path w="508254" h="673227">
                  <a:moveTo>
                    <a:pt x="50825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60168" y="8757648"/>
            <a:ext cx="1031100" cy="336585"/>
            <a:chOff x="0" y="0"/>
            <a:chExt cx="2062201" cy="6731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2226" cy="673227"/>
            </a:xfrm>
            <a:custGeom>
              <a:avLst/>
              <a:gdLst/>
              <a:ahLst/>
              <a:cxnLst/>
              <a:rect l="l" t="t" r="r" b="b"/>
              <a:pathLst>
                <a:path w="2062226" h="673227">
                  <a:moveTo>
                    <a:pt x="206222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2062226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2276627" y="8757648"/>
            <a:ext cx="954557" cy="336585"/>
            <a:chOff x="0" y="0"/>
            <a:chExt cx="1909115" cy="6731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9064" cy="673227"/>
            </a:xfrm>
            <a:custGeom>
              <a:avLst/>
              <a:gdLst/>
              <a:ahLst/>
              <a:cxnLst/>
              <a:rect l="l" t="t" r="r" b="b"/>
              <a:pathLst>
                <a:path w="1909064" h="673227">
                  <a:moveTo>
                    <a:pt x="190906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190906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643151" y="8757648"/>
            <a:ext cx="253898" cy="336585"/>
            <a:chOff x="0" y="0"/>
            <a:chExt cx="507797" cy="6731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7746" cy="673227"/>
            </a:xfrm>
            <a:custGeom>
              <a:avLst/>
              <a:gdLst/>
              <a:ahLst/>
              <a:cxnLst/>
              <a:rect l="l" t="t" r="r" b="b"/>
              <a:pathLst>
                <a:path w="507746" h="673227">
                  <a:moveTo>
                    <a:pt x="50774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7746" y="0"/>
                  </a:lnTo>
                  <a:close/>
                </a:path>
              </a:pathLst>
            </a:custGeom>
            <a:solidFill>
              <a:srgbClr val="57B7F7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4478074" y="8757648"/>
            <a:ext cx="254051" cy="336585"/>
            <a:chOff x="0" y="0"/>
            <a:chExt cx="508102" cy="6731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127" cy="673227"/>
            </a:xfrm>
            <a:custGeom>
              <a:avLst/>
              <a:gdLst/>
              <a:ahLst/>
              <a:cxnLst/>
              <a:rect l="l" t="t" r="r" b="b"/>
              <a:pathLst>
                <a:path w="508127" h="673227">
                  <a:moveTo>
                    <a:pt x="508127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127" y="0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63050" y="633668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30" name="Freeform 30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8184640" y="705550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8316671" y="7136139"/>
            <a:ext cx="3696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63050" y="7289492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184832" y="801244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Box 37"/>
          <p:cNvSpPr txBox="1"/>
          <p:nvPr/>
        </p:nvSpPr>
        <p:spPr>
          <a:xfrm>
            <a:off x="8319245" y="8093084"/>
            <a:ext cx="3648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63050" y="815532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0" y="3698875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  <p:sp>
        <p:nvSpPr>
          <p:cNvPr id="40" name="AutoShape 36">
            <a:extLst>
              <a:ext uri="{FF2B5EF4-FFF2-40B4-BE49-F238E27FC236}">
                <a16:creationId xmlns:a16="http://schemas.microsoft.com/office/drawing/2014/main" id="{31B3D879-4850-9FDF-60B3-E2A184712956}"/>
              </a:ext>
            </a:extLst>
          </p:cNvPr>
          <p:cNvSpPr/>
          <p:nvPr/>
        </p:nvSpPr>
        <p:spPr>
          <a:xfrm>
            <a:off x="8222932" y="8877300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7218FE36-5549-4B6B-0A30-FE5B13C89AAC}"/>
              </a:ext>
            </a:extLst>
          </p:cNvPr>
          <p:cNvSpPr txBox="1"/>
          <p:nvPr/>
        </p:nvSpPr>
        <p:spPr>
          <a:xfrm>
            <a:off x="8305800" y="8953500"/>
            <a:ext cx="398882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08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3F68A499-B5B5-3810-6992-AAE876A0DB29}"/>
              </a:ext>
            </a:extLst>
          </p:cNvPr>
          <p:cNvSpPr txBox="1"/>
          <p:nvPr/>
        </p:nvSpPr>
        <p:spPr>
          <a:xfrm>
            <a:off x="9149605" y="9015740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Section 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[0X]: Section Name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236622"/>
            <a:ext cx="44577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Title Only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6477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7145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Title Only Page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714500" cy="4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49939" y="2679549"/>
            <a:ext cx="6272821" cy="456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7"/>
              </a:lnSpc>
            </a:pPr>
            <a:r>
              <a:rPr lang="en-US" sz="29997" b="1" spc="-1469" dirty="0">
                <a:solidFill>
                  <a:srgbClr val="00CD8F"/>
                </a:solidFill>
                <a:latin typeface="Outfit Semi-Bold"/>
                <a:ea typeface="Outfit Semi-Bold"/>
                <a:cs typeface="Outfit Semi-Bold"/>
                <a:sym typeface="Outfit Semi-Bold"/>
              </a:rPr>
              <a:t>85%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38767" y="2990699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38767" y="2237921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HEADER-1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38767" y="5061101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38767" y="4308324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HEADER-2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38767" y="7131504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38767" y="6378726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HEADER-3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0138767" y="2890686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0138767" y="4960787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10138767" y="7031189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1212691"/>
            <a:ext cx="762480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Fact, Percentage, Number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6084" y="7377113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99" dirty="0" err="1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</a:p>
        </p:txBody>
      </p:sp>
      <p:sp>
        <p:nvSpPr>
          <p:cNvPr id="23" name="AutoShape 23"/>
          <p:cNvSpPr/>
          <p:nvPr/>
        </p:nvSpPr>
        <p:spPr>
          <a:xfrm rot="-5400000">
            <a:off x="8101348" y="5229032"/>
            <a:ext cx="1653351" cy="0"/>
          </a:xfrm>
          <a:prstGeom prst="line">
            <a:avLst/>
          </a:prstGeom>
          <a:ln w="47625" cap="flat">
            <a:solidFill>
              <a:srgbClr val="333333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5339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Outfit Bold"/>
                <a:ea typeface="Outfit Bold"/>
                <a:cs typeface="Outfit Bold"/>
                <a:sym typeface="Outfit Bold"/>
              </a:rPr>
              <a:t>Title Only Page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FFFFF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4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4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4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4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4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4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699" y="1212691"/>
            <a:ext cx="11772899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Title and content split in two (horizontal)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105580" y="2714466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163050" y="4024346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714500" cy="4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110109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Title and content split in two (vertical)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880100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AutoShape 14"/>
          <p:cNvSpPr/>
          <p:nvPr/>
        </p:nvSpPr>
        <p:spPr>
          <a:xfrm flipH="1">
            <a:off x="7436043" y="56545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878857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Title and content split in three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878857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Title and content split in four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868454"/>
            <a:ext cx="7653606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AutoShape 13"/>
          <p:cNvSpPr/>
          <p:nvPr/>
        </p:nvSpPr>
        <p:spPr>
          <a:xfrm flipH="1">
            <a:off x="7251579" y="5856129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95953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9605694" y="2868454"/>
            <a:ext cx="7653606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6134814"/>
            <a:ext cx="7653606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605694" y="6134814"/>
            <a:ext cx="7653606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484209" y="2714582"/>
            <a:ext cx="1299652" cy="1299652"/>
          </a:xfrm>
          <a:custGeom>
            <a:avLst/>
            <a:gdLst/>
            <a:ahLst/>
            <a:cxnLst/>
            <a:rect l="l" t="t" r="r" b="b"/>
            <a:pathLst>
              <a:path w="1299652" h="1299652">
                <a:moveTo>
                  <a:pt x="0" y="0"/>
                </a:moveTo>
                <a:lnTo>
                  <a:pt x="1299652" y="0"/>
                </a:lnTo>
                <a:lnTo>
                  <a:pt x="1299652" y="1299652"/>
                </a:lnTo>
                <a:lnTo>
                  <a:pt x="0" y="129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534637" y="2755045"/>
            <a:ext cx="1218726" cy="1218726"/>
          </a:xfrm>
          <a:custGeom>
            <a:avLst/>
            <a:gdLst/>
            <a:ahLst/>
            <a:cxnLst/>
            <a:rect l="l" t="t" r="r" b="b"/>
            <a:pathLst>
              <a:path w="1218726" h="1218726">
                <a:moveTo>
                  <a:pt x="0" y="0"/>
                </a:moveTo>
                <a:lnTo>
                  <a:pt x="1218726" y="0"/>
                </a:lnTo>
                <a:lnTo>
                  <a:pt x="1218726" y="1218726"/>
                </a:lnTo>
                <a:lnTo>
                  <a:pt x="0" y="1218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117182" y="2857717"/>
            <a:ext cx="1385822" cy="1013382"/>
          </a:xfrm>
          <a:custGeom>
            <a:avLst/>
            <a:gdLst/>
            <a:ahLst/>
            <a:cxnLst/>
            <a:rect l="l" t="t" r="r" b="b"/>
            <a:pathLst>
              <a:path w="1385822" h="1013382">
                <a:moveTo>
                  <a:pt x="0" y="0"/>
                </a:moveTo>
                <a:lnTo>
                  <a:pt x="1385822" y="0"/>
                </a:lnTo>
                <a:lnTo>
                  <a:pt x="1385822" y="1013383"/>
                </a:lnTo>
                <a:lnTo>
                  <a:pt x="0" y="1013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4305" y="9397048"/>
            <a:ext cx="7244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212691"/>
            <a:ext cx="421067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Title and icons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6401" y="4223784"/>
            <a:ext cx="3522968" cy="422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382516" y="4223784"/>
            <a:ext cx="3522968" cy="422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048609" y="4223784"/>
            <a:ext cx="3522968" cy="422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165383" y="9277350"/>
            <a:ext cx="80939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11974483" y="25811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2562066"/>
            <a:ext cx="9144000" cy="7724934"/>
          </a:xfrm>
          <a:custGeom>
            <a:avLst/>
            <a:gdLst/>
            <a:ahLst/>
            <a:cxnLst/>
            <a:rect l="l" t="t" r="r" b="b"/>
            <a:pathLst>
              <a:path w="9144000" h="7724934">
                <a:moveTo>
                  <a:pt x="0" y="0"/>
                </a:moveTo>
                <a:lnTo>
                  <a:pt x="9144000" y="0"/>
                </a:lnTo>
                <a:lnTo>
                  <a:pt x="9144000" y="7724934"/>
                </a:lnTo>
                <a:lnTo>
                  <a:pt x="0" y="772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128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212691"/>
            <a:ext cx="373709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Comparison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4305" y="3070225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05580" y="3070225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D0C1-1DE5-57A7-F4D7-61DE1895D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D31AE8-46C8-A567-3302-21F5CBFFA2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87327C-A9A0-FAC8-8ECE-AE9D03C86DC0}"/>
              </a:ext>
            </a:extLst>
          </p:cNvPr>
          <p:cNvSpPr txBox="1"/>
          <p:nvPr/>
        </p:nvSpPr>
        <p:spPr>
          <a:xfrm>
            <a:off x="1028701" y="4479925"/>
            <a:ext cx="4838699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POLL TIME!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2129F29-F528-2478-20F3-491D5AE0A6CC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E314A44-9A7B-E735-EE73-4110BBC19DDB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6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4" name="Freeform 4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59069" y="1485900"/>
            <a:ext cx="7146405" cy="7146405"/>
          </a:xfrm>
          <a:custGeom>
            <a:avLst/>
            <a:gdLst/>
            <a:ahLst/>
            <a:cxnLst/>
            <a:rect l="l" t="t" r="r" b="b"/>
            <a:pathLst>
              <a:path w="7146405" h="7146405">
                <a:moveTo>
                  <a:pt x="0" y="0"/>
                </a:moveTo>
                <a:lnTo>
                  <a:pt x="7146406" y="0"/>
                </a:lnTo>
                <a:lnTo>
                  <a:pt x="7146406" y="7146406"/>
                </a:lnTo>
                <a:lnTo>
                  <a:pt x="0" y="714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0472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6853" y="3621387"/>
            <a:ext cx="735599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Left Side Photo with 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7989" y="4801888"/>
            <a:ext cx="7153720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. Maecenas.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orttitor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, 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 magna eros . .is </a:t>
            </a:r>
            <a:r>
              <a:rPr lang="en-US" sz="2000" dirty="0" err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urna</a:t>
            </a:r>
            <a:endParaRPr lang="en-US" sz="2000" dirty="0">
              <a:solidFill>
                <a:srgbClr val="000000"/>
              </a:solidFill>
              <a:latin typeface="Outfit Bold"/>
              <a:ea typeface="Outfit Bold"/>
              <a:cs typeface="Outfit Bold"/>
              <a:sym typeface="Outfit Bold"/>
            </a:endParaRP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000000"/>
              </a:solidFill>
              <a:latin typeface="Outfit Bold"/>
              <a:ea typeface="Outfit Bold"/>
              <a:cs typeface="Outfit Bold"/>
              <a:sym typeface="Outfit Bold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56705" y="9549449"/>
            <a:ext cx="8006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4" name="Freeform 4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185360" y="1570297"/>
            <a:ext cx="7146405" cy="7146405"/>
          </a:xfrm>
          <a:custGeom>
            <a:avLst/>
            <a:gdLst/>
            <a:ahLst/>
            <a:cxnLst/>
            <a:rect l="l" t="t" r="r" b="b"/>
            <a:pathLst>
              <a:path w="7146405" h="7146405">
                <a:moveTo>
                  <a:pt x="0" y="0"/>
                </a:moveTo>
                <a:lnTo>
                  <a:pt x="7146405" y="0"/>
                </a:lnTo>
                <a:lnTo>
                  <a:pt x="7146405" y="7146406"/>
                </a:lnTo>
                <a:lnTo>
                  <a:pt x="0" y="714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0472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4305" y="3621387"/>
            <a:ext cx="7734895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Right Side Photo with 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5441" y="4801888"/>
            <a:ext cx="7153720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. .is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56705" y="9549448"/>
            <a:ext cx="7244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4" name="Freeform 4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908585" y="2835630"/>
            <a:ext cx="5687776" cy="5687776"/>
          </a:xfrm>
          <a:custGeom>
            <a:avLst/>
            <a:gdLst/>
            <a:ahLst/>
            <a:cxnLst/>
            <a:rect l="l" t="t" r="r" b="b"/>
            <a:pathLst>
              <a:path w="5687776" h="5687776">
                <a:moveTo>
                  <a:pt x="0" y="0"/>
                </a:moveTo>
                <a:lnTo>
                  <a:pt x="5687776" y="0"/>
                </a:lnTo>
                <a:lnTo>
                  <a:pt x="5687776" y="5687777"/>
                </a:lnTo>
                <a:lnTo>
                  <a:pt x="0" y="5687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04305" y="9397048"/>
            <a:ext cx="60472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26063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48200"/>
            <a:ext cx="621979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Photo with Title Only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6705" y="9549448"/>
            <a:ext cx="7244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72619" y="1449479"/>
            <a:ext cx="13942762" cy="7407092"/>
          </a:xfrm>
          <a:custGeom>
            <a:avLst/>
            <a:gdLst/>
            <a:ahLst/>
            <a:cxnLst/>
            <a:rect l="l" t="t" r="r" b="b"/>
            <a:pathLst>
              <a:path w="13942762" h="7407092">
                <a:moveTo>
                  <a:pt x="0" y="0"/>
                </a:moveTo>
                <a:lnTo>
                  <a:pt x="13942762" y="0"/>
                </a:lnTo>
                <a:lnTo>
                  <a:pt x="13942762" y="7407092"/>
                </a:lnTo>
                <a:lnTo>
                  <a:pt x="0" y="7407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53856" y="1808407"/>
            <a:ext cx="1300718" cy="1667587"/>
          </a:xfrm>
          <a:custGeom>
            <a:avLst/>
            <a:gdLst/>
            <a:ahLst/>
            <a:cxnLst/>
            <a:rect l="l" t="t" r="r" b="b"/>
            <a:pathLst>
              <a:path w="1300718" h="1667587">
                <a:moveTo>
                  <a:pt x="0" y="0"/>
                </a:moveTo>
                <a:lnTo>
                  <a:pt x="1300718" y="0"/>
                </a:lnTo>
                <a:lnTo>
                  <a:pt x="1300718" y="1667587"/>
                </a:lnTo>
                <a:lnTo>
                  <a:pt x="0" y="1667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149428" y="1722682"/>
            <a:ext cx="2538821" cy="33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11"/>
              </a:lnSpc>
              <a:spcBef>
                <a:spcPct val="0"/>
              </a:spcBef>
            </a:pPr>
            <a:r>
              <a:rPr lang="en-US" sz="1936" b="1" spc="61" dirty="0">
                <a:latin typeface="Outfit Semi-Bold"/>
                <a:ea typeface="Outfit Semi-Bold"/>
                <a:cs typeface="Outfit Semi-Bold"/>
                <a:sym typeface="Outfit Semi-Bold"/>
              </a:rPr>
              <a:t>Break-even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49428" y="2149985"/>
            <a:ext cx="2326361" cy="72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4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1936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81829" y="2012017"/>
            <a:ext cx="844772" cy="84477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133909" y="2226605"/>
            <a:ext cx="540612" cy="415595"/>
          </a:xfrm>
          <a:custGeom>
            <a:avLst/>
            <a:gdLst/>
            <a:ahLst/>
            <a:cxnLst/>
            <a:rect l="l" t="t" r="r" b="b"/>
            <a:pathLst>
              <a:path w="540612" h="415595">
                <a:moveTo>
                  <a:pt x="0" y="0"/>
                </a:moveTo>
                <a:lnTo>
                  <a:pt x="540612" y="0"/>
                </a:lnTo>
                <a:lnTo>
                  <a:pt x="540612" y="415595"/>
                </a:lnTo>
                <a:lnTo>
                  <a:pt x="0" y="415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258547" y="3501404"/>
            <a:ext cx="1300718" cy="1667587"/>
          </a:xfrm>
          <a:custGeom>
            <a:avLst/>
            <a:gdLst/>
            <a:ahLst/>
            <a:cxnLst/>
            <a:rect l="l" t="t" r="r" b="b"/>
            <a:pathLst>
              <a:path w="1300718" h="1667587">
                <a:moveTo>
                  <a:pt x="0" y="0"/>
                </a:moveTo>
                <a:lnTo>
                  <a:pt x="1300718" y="0"/>
                </a:lnTo>
                <a:lnTo>
                  <a:pt x="1300718" y="1667587"/>
                </a:lnTo>
                <a:lnTo>
                  <a:pt x="0" y="1667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486520" y="3705014"/>
            <a:ext cx="844772" cy="8447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696446" y="3857180"/>
            <a:ext cx="424921" cy="540440"/>
          </a:xfrm>
          <a:custGeom>
            <a:avLst/>
            <a:gdLst/>
            <a:ahLst/>
            <a:cxnLst/>
            <a:rect l="l" t="t" r="r" b="b"/>
            <a:pathLst>
              <a:path w="424921" h="540440">
                <a:moveTo>
                  <a:pt x="0" y="0"/>
                </a:moveTo>
                <a:lnTo>
                  <a:pt x="424920" y="0"/>
                </a:lnTo>
                <a:lnTo>
                  <a:pt x="424920" y="540440"/>
                </a:lnTo>
                <a:lnTo>
                  <a:pt x="0" y="5404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754924" y="3395564"/>
            <a:ext cx="2807536" cy="33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11"/>
              </a:lnSpc>
              <a:spcBef>
                <a:spcPct val="0"/>
              </a:spcBef>
            </a:pPr>
            <a:r>
              <a:rPr lang="en-US" sz="1936" b="1" spc="61" dirty="0">
                <a:solidFill>
                  <a:srgbClr val="000000"/>
                </a:solidFill>
                <a:latin typeface="Outfit Semi-Bold"/>
                <a:ea typeface="Outfit Semi-Bold"/>
                <a:cs typeface="Outfit Semi-Bold"/>
                <a:sym typeface="Outfit Semi-Bold"/>
              </a:rPr>
              <a:t>Operations plan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54924" y="3823188"/>
            <a:ext cx="2157177" cy="72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4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1936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443113" y="6955888"/>
            <a:ext cx="1300718" cy="1667587"/>
          </a:xfrm>
          <a:custGeom>
            <a:avLst/>
            <a:gdLst/>
            <a:ahLst/>
            <a:cxnLst/>
            <a:rect l="l" t="t" r="r" b="b"/>
            <a:pathLst>
              <a:path w="1300718" h="1667587">
                <a:moveTo>
                  <a:pt x="0" y="0"/>
                </a:moveTo>
                <a:lnTo>
                  <a:pt x="1300718" y="0"/>
                </a:lnTo>
                <a:lnTo>
                  <a:pt x="1300718" y="1667587"/>
                </a:lnTo>
                <a:lnTo>
                  <a:pt x="0" y="16675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832777" y="7317833"/>
            <a:ext cx="540440" cy="521524"/>
          </a:xfrm>
          <a:custGeom>
            <a:avLst/>
            <a:gdLst/>
            <a:ahLst/>
            <a:cxnLst/>
            <a:rect l="l" t="t" r="r" b="b"/>
            <a:pathLst>
              <a:path w="540440" h="521524">
                <a:moveTo>
                  <a:pt x="0" y="0"/>
                </a:moveTo>
                <a:lnTo>
                  <a:pt x="540440" y="0"/>
                </a:lnTo>
                <a:lnTo>
                  <a:pt x="540440" y="521524"/>
                </a:lnTo>
                <a:lnTo>
                  <a:pt x="0" y="5215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9907523" y="5788037"/>
            <a:ext cx="2333799" cy="33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11"/>
              </a:lnSpc>
              <a:spcBef>
                <a:spcPct val="0"/>
              </a:spcBef>
            </a:pPr>
            <a:r>
              <a:rPr lang="en-US" sz="1936" b="1" spc="61">
                <a:solidFill>
                  <a:srgbClr val="000000"/>
                </a:solidFill>
                <a:latin typeface="Outfit Semi-Bold"/>
                <a:ea typeface="Outfit Semi-Bold"/>
                <a:cs typeface="Outfit Semi-Bold"/>
                <a:sym typeface="Outfit Semi-Bold"/>
              </a:rPr>
              <a:t>Sales forecasting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07523" y="6215662"/>
            <a:ext cx="2099780" cy="72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4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1936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724198" y="3490426"/>
            <a:ext cx="1300718" cy="1667587"/>
          </a:xfrm>
          <a:custGeom>
            <a:avLst/>
            <a:gdLst/>
            <a:ahLst/>
            <a:cxnLst/>
            <a:rect l="l" t="t" r="r" b="b"/>
            <a:pathLst>
              <a:path w="1300718" h="1667587">
                <a:moveTo>
                  <a:pt x="0" y="0"/>
                </a:moveTo>
                <a:lnTo>
                  <a:pt x="1300718" y="0"/>
                </a:lnTo>
                <a:lnTo>
                  <a:pt x="1300718" y="1667587"/>
                </a:lnTo>
                <a:lnTo>
                  <a:pt x="0" y="16675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3952171" y="3705014"/>
            <a:ext cx="844772" cy="84477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724198" y="2144003"/>
            <a:ext cx="2304853" cy="33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11"/>
              </a:lnSpc>
              <a:spcBef>
                <a:spcPct val="0"/>
              </a:spcBef>
            </a:pPr>
            <a:r>
              <a:rPr lang="en-US" sz="1936" b="1" spc="61" dirty="0">
                <a:solidFill>
                  <a:srgbClr val="000000"/>
                </a:solidFill>
                <a:latin typeface="Outfit Semi-Bold"/>
                <a:ea typeface="Outfit Semi-Bold"/>
                <a:cs typeface="Outfit Semi-Bold"/>
                <a:sym typeface="Outfit Semi-Bold"/>
              </a:rPr>
              <a:t>Expense outlay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24198" y="2571627"/>
            <a:ext cx="2304853" cy="72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4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1936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104337" y="3836038"/>
            <a:ext cx="540440" cy="560767"/>
          </a:xfrm>
          <a:custGeom>
            <a:avLst/>
            <a:gdLst/>
            <a:ahLst/>
            <a:cxnLst/>
            <a:rect l="l" t="t" r="r" b="b"/>
            <a:pathLst>
              <a:path w="540440" h="560767">
                <a:moveTo>
                  <a:pt x="0" y="0"/>
                </a:moveTo>
                <a:lnTo>
                  <a:pt x="540440" y="0"/>
                </a:lnTo>
                <a:lnTo>
                  <a:pt x="540440" y="560767"/>
                </a:lnTo>
                <a:lnTo>
                  <a:pt x="0" y="5607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028700" y="5882960"/>
            <a:ext cx="293404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Roadmap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6919147"/>
            <a:ext cx="5749848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6705" y="9549449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35" name="Freeform 3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461010"/>
            <a:ext cx="516101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Timeline - Slide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6705" y="9549448"/>
            <a:ext cx="690768" cy="418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8" name="Freeform 8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699" y="426063"/>
            <a:ext cx="184726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200011" y="5148517"/>
            <a:ext cx="1284917" cy="0"/>
          </a:xfrm>
          <a:prstGeom prst="line">
            <a:avLst/>
          </a:prstGeom>
          <a:ln w="57150" cap="flat">
            <a:solidFill>
              <a:srgbClr val="86EA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5867039" y="5148517"/>
            <a:ext cx="1260757" cy="0"/>
          </a:xfrm>
          <a:prstGeom prst="line">
            <a:avLst/>
          </a:prstGeom>
          <a:ln w="5715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509907" y="5148517"/>
            <a:ext cx="1285875" cy="0"/>
          </a:xfrm>
          <a:prstGeom prst="line">
            <a:avLst/>
          </a:prstGeom>
          <a:ln w="57150" cap="flat">
            <a:solidFill>
              <a:srgbClr val="18AFD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1177893" y="5148517"/>
            <a:ext cx="1201605" cy="0"/>
          </a:xfrm>
          <a:prstGeom prst="line">
            <a:avLst/>
          </a:prstGeom>
          <a:ln w="57150" cap="flat">
            <a:solidFill>
              <a:srgbClr val="1C88C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3761610" y="5148517"/>
            <a:ext cx="1317078" cy="0"/>
          </a:xfrm>
          <a:prstGeom prst="line">
            <a:avLst/>
          </a:prstGeom>
          <a:ln w="57150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817900" y="4457462"/>
            <a:ext cx="1382111" cy="1382111"/>
            <a:chOff x="0" y="0"/>
            <a:chExt cx="1842815" cy="184281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460931" y="470885"/>
              <a:ext cx="945759" cy="901045"/>
              <a:chOff x="0" y="0"/>
              <a:chExt cx="1772920" cy="16891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-8890" y="-5080"/>
                <a:ext cx="1789430" cy="1701800"/>
              </a:xfrm>
              <a:custGeom>
                <a:avLst/>
                <a:gdLst/>
                <a:ahLst/>
                <a:cxnLst/>
                <a:rect l="l" t="t" r="r" b="b"/>
                <a:pathLst>
                  <a:path w="1789430" h="1701800">
                    <a:moveTo>
                      <a:pt x="922020" y="21590"/>
                    </a:moveTo>
                    <a:lnTo>
                      <a:pt x="1172210" y="529590"/>
                    </a:lnTo>
                    <a:cubicBezTo>
                      <a:pt x="1176020" y="538480"/>
                      <a:pt x="1184910" y="544830"/>
                      <a:pt x="1195070" y="546100"/>
                    </a:cubicBezTo>
                    <a:lnTo>
                      <a:pt x="1755140" y="627380"/>
                    </a:lnTo>
                    <a:cubicBezTo>
                      <a:pt x="1779270" y="631190"/>
                      <a:pt x="1789430" y="661670"/>
                      <a:pt x="1771650" y="678180"/>
                    </a:cubicBezTo>
                    <a:lnTo>
                      <a:pt x="1366520" y="1073150"/>
                    </a:lnTo>
                    <a:cubicBezTo>
                      <a:pt x="1358900" y="1079500"/>
                      <a:pt x="1356360" y="1089660"/>
                      <a:pt x="1357630" y="1099820"/>
                    </a:cubicBezTo>
                    <a:lnTo>
                      <a:pt x="1452880" y="1658620"/>
                    </a:lnTo>
                    <a:cubicBezTo>
                      <a:pt x="1456690" y="1682750"/>
                      <a:pt x="1431290" y="1701800"/>
                      <a:pt x="1409700" y="1690370"/>
                    </a:cubicBezTo>
                    <a:lnTo>
                      <a:pt x="908050" y="1426210"/>
                    </a:lnTo>
                    <a:cubicBezTo>
                      <a:pt x="899160" y="1421130"/>
                      <a:pt x="889000" y="1421130"/>
                      <a:pt x="880110" y="1426210"/>
                    </a:cubicBezTo>
                    <a:lnTo>
                      <a:pt x="378460" y="1690370"/>
                    </a:lnTo>
                    <a:cubicBezTo>
                      <a:pt x="356870" y="1701800"/>
                      <a:pt x="331470" y="1682750"/>
                      <a:pt x="335280" y="1658620"/>
                    </a:cubicBezTo>
                    <a:lnTo>
                      <a:pt x="430530" y="1099820"/>
                    </a:lnTo>
                    <a:cubicBezTo>
                      <a:pt x="431800" y="1089660"/>
                      <a:pt x="429260" y="1080770"/>
                      <a:pt x="421640" y="1073150"/>
                    </a:cubicBezTo>
                    <a:lnTo>
                      <a:pt x="17780" y="678180"/>
                    </a:lnTo>
                    <a:cubicBezTo>
                      <a:pt x="0" y="660400"/>
                      <a:pt x="10160" y="631190"/>
                      <a:pt x="34290" y="627380"/>
                    </a:cubicBezTo>
                    <a:lnTo>
                      <a:pt x="594360" y="546100"/>
                    </a:lnTo>
                    <a:cubicBezTo>
                      <a:pt x="604520" y="544830"/>
                      <a:pt x="612140" y="538480"/>
                      <a:pt x="617220" y="529590"/>
                    </a:cubicBezTo>
                    <a:lnTo>
                      <a:pt x="867410" y="21590"/>
                    </a:lnTo>
                    <a:cubicBezTo>
                      <a:pt x="878840" y="0"/>
                      <a:pt x="910590" y="0"/>
                      <a:pt x="922020" y="2159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4484928" y="4457462"/>
            <a:ext cx="1382111" cy="1382111"/>
            <a:chOff x="0" y="0"/>
            <a:chExt cx="1842815" cy="1842815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416564" y="577196"/>
              <a:ext cx="1009686" cy="688422"/>
            </a:xfrm>
            <a:custGeom>
              <a:avLst/>
              <a:gdLst/>
              <a:ahLst/>
              <a:cxnLst/>
              <a:rect l="l" t="t" r="r" b="b"/>
              <a:pathLst>
                <a:path w="1009686" h="688422">
                  <a:moveTo>
                    <a:pt x="0" y="0"/>
                  </a:moveTo>
                  <a:lnTo>
                    <a:pt x="1009686" y="0"/>
                  </a:lnTo>
                  <a:lnTo>
                    <a:pt x="1009686" y="688423"/>
                  </a:lnTo>
                  <a:lnTo>
                    <a:pt x="0" y="688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127796" y="4457462"/>
            <a:ext cx="1382111" cy="1382111"/>
            <a:chOff x="0" y="0"/>
            <a:chExt cx="1842815" cy="1842815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7C9E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483646" y="483646"/>
              <a:ext cx="875523" cy="875523"/>
            </a:xfrm>
            <a:custGeom>
              <a:avLst/>
              <a:gdLst/>
              <a:ahLst/>
              <a:cxnLst/>
              <a:rect l="l" t="t" r="r" b="b"/>
              <a:pathLst>
                <a:path w="875523" h="875523">
                  <a:moveTo>
                    <a:pt x="0" y="0"/>
                  </a:moveTo>
                  <a:lnTo>
                    <a:pt x="875523" y="0"/>
                  </a:lnTo>
                  <a:lnTo>
                    <a:pt x="875523" y="875523"/>
                  </a:lnTo>
                  <a:lnTo>
                    <a:pt x="0" y="875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795782" y="4457462"/>
            <a:ext cx="1382111" cy="1382111"/>
            <a:chOff x="0" y="0"/>
            <a:chExt cx="1842815" cy="1842815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AFD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529899" y="569050"/>
              <a:ext cx="783017" cy="704715"/>
            </a:xfrm>
            <a:custGeom>
              <a:avLst/>
              <a:gdLst/>
              <a:ahLst/>
              <a:cxnLst/>
              <a:rect l="l" t="t" r="r" b="b"/>
              <a:pathLst>
                <a:path w="783017" h="704715">
                  <a:moveTo>
                    <a:pt x="0" y="0"/>
                  </a:moveTo>
                  <a:lnTo>
                    <a:pt x="783017" y="0"/>
                  </a:lnTo>
                  <a:lnTo>
                    <a:pt x="783017" y="704715"/>
                  </a:lnTo>
                  <a:lnTo>
                    <a:pt x="0" y="70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379498" y="4457462"/>
            <a:ext cx="1382111" cy="1382111"/>
            <a:chOff x="0" y="0"/>
            <a:chExt cx="1842815" cy="1842815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88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656634" y="526348"/>
              <a:ext cx="529548" cy="790119"/>
            </a:xfrm>
            <a:custGeom>
              <a:avLst/>
              <a:gdLst/>
              <a:ahLst/>
              <a:cxnLst/>
              <a:rect l="l" t="t" r="r" b="b"/>
              <a:pathLst>
                <a:path w="529548" h="790119">
                  <a:moveTo>
                    <a:pt x="0" y="0"/>
                  </a:moveTo>
                  <a:lnTo>
                    <a:pt x="529547" y="0"/>
                  </a:lnTo>
                  <a:lnTo>
                    <a:pt x="529547" y="790119"/>
                  </a:lnTo>
                  <a:lnTo>
                    <a:pt x="0" y="79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078687" y="4457462"/>
            <a:ext cx="1382111" cy="1382111"/>
            <a:chOff x="0" y="0"/>
            <a:chExt cx="1842815" cy="1842815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3538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577832" y="426002"/>
              <a:ext cx="687150" cy="933167"/>
            </a:xfrm>
            <a:custGeom>
              <a:avLst/>
              <a:gdLst/>
              <a:ahLst/>
              <a:cxnLst/>
              <a:rect l="l" t="t" r="r" b="b"/>
              <a:pathLst>
                <a:path w="687150" h="933167">
                  <a:moveTo>
                    <a:pt x="0" y="0"/>
                  </a:moveTo>
                  <a:lnTo>
                    <a:pt x="687151" y="0"/>
                  </a:lnTo>
                  <a:lnTo>
                    <a:pt x="687151" y="933167"/>
                  </a:lnTo>
                  <a:lnTo>
                    <a:pt x="0" y="933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497096" y="6230098"/>
            <a:ext cx="204232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Lorem ipsum dolor sit </a:t>
            </a:r>
            <a:r>
              <a:rPr lang="en-US" sz="1800" spc="26" dirty="0" err="1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amet</a:t>
            </a: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97096" y="3620278"/>
            <a:ext cx="2042322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 dirty="0">
                <a:solidFill>
                  <a:srgbClr val="191919"/>
                </a:solidFill>
                <a:latin typeface="Outfit" panose="020B0604020202020204" charset="0"/>
                <a:ea typeface="Aileron Bold"/>
                <a:cs typeface="Aileron Bold"/>
                <a:sym typeface="Aileron Bold"/>
              </a:rPr>
              <a:t>1980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133780" y="6230987"/>
            <a:ext cx="2069549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Lorem ipsum dolor sit </a:t>
            </a:r>
            <a:r>
              <a:rPr lang="en-US" sz="1800" spc="26" dirty="0" err="1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amet</a:t>
            </a: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47393" y="3620278"/>
            <a:ext cx="2042322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>
                <a:solidFill>
                  <a:srgbClr val="191919"/>
                </a:solidFill>
                <a:latin typeface="Outfit" panose="020B0604020202020204" charset="0"/>
                <a:ea typeface="Aileron Bold"/>
                <a:cs typeface="Aileron Bold"/>
                <a:sym typeface="Aileron Bold"/>
              </a:rPr>
              <a:t>1981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97690" y="6230098"/>
            <a:ext cx="204232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Lorem ipsum dolor sit </a:t>
            </a:r>
            <a:r>
              <a:rPr lang="en-US" sz="1800" spc="26" dirty="0" err="1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amet</a:t>
            </a: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97690" y="3620278"/>
            <a:ext cx="2042322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>
                <a:solidFill>
                  <a:srgbClr val="191919"/>
                </a:solidFill>
                <a:latin typeface="Outfit" panose="020B0604020202020204" charset="0"/>
                <a:ea typeface="Aileron Bold"/>
                <a:cs typeface="Aileron Bold"/>
                <a:sym typeface="Aileron Bold"/>
              </a:rPr>
              <a:t>2011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65677" y="6230987"/>
            <a:ext cx="204232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Lorem ipsum dolor sit </a:t>
            </a:r>
            <a:r>
              <a:rPr lang="en-US" sz="1800" spc="26" dirty="0" err="1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amet</a:t>
            </a: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47987" y="3620278"/>
            <a:ext cx="2042322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>
                <a:solidFill>
                  <a:srgbClr val="191919"/>
                </a:solidFill>
                <a:latin typeface="Outfit" panose="020B0604020202020204" charset="0"/>
                <a:ea typeface="Aileron Bold"/>
                <a:cs typeface="Aileron Bold"/>
                <a:sym typeface="Aileron Bold"/>
              </a:rPr>
              <a:t>2015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024947" y="6230098"/>
            <a:ext cx="209121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Lorem ipsum dolor sit </a:t>
            </a:r>
            <a:r>
              <a:rPr lang="en-US" sz="1800" spc="26" dirty="0" err="1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amet</a:t>
            </a: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049393" y="3620278"/>
            <a:ext cx="2042322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>
                <a:solidFill>
                  <a:srgbClr val="191919"/>
                </a:solidFill>
                <a:latin typeface="Outfit" panose="020B0604020202020204" charset="0"/>
                <a:ea typeface="Aileron Bold"/>
                <a:cs typeface="Aileron Bold"/>
                <a:sym typeface="Aileron Bold"/>
              </a:rPr>
              <a:t>2016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748582" y="6230987"/>
            <a:ext cx="204232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Lorem ipsum dolor sit </a:t>
            </a:r>
            <a:r>
              <a:rPr lang="en-US" sz="1800" spc="26" dirty="0" err="1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amet</a:t>
            </a:r>
            <a:r>
              <a:rPr lang="en-US" sz="1800" spc="26" dirty="0">
                <a:solidFill>
                  <a:srgbClr val="191919"/>
                </a:solidFill>
                <a:latin typeface="Outfit" panose="020B0604020202020204" charset="0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748582" y="3621167"/>
            <a:ext cx="2042322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 dirty="0">
                <a:solidFill>
                  <a:srgbClr val="191919"/>
                </a:solidFill>
                <a:latin typeface="Outfit" panose="020B0604020202020204" charset="0"/>
                <a:ea typeface="Aileron Bold"/>
                <a:cs typeface="Aileron Bold"/>
                <a:sym typeface="Aileron Bold"/>
              </a:rPr>
              <a:t>PRESENT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461010"/>
            <a:ext cx="516101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Timeline - Slide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6705" y="9549448"/>
            <a:ext cx="737841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8" name="Freeform 8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426064"/>
            <a:ext cx="18669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571702"/>
              </p:ext>
            </p:extLst>
          </p:nvPr>
        </p:nvGraphicFramePr>
        <p:xfrm>
          <a:off x="906884" y="2838960"/>
          <a:ext cx="16464708" cy="5691827"/>
        </p:xfrm>
        <a:graphic>
          <a:graphicData uri="http://schemas.openxmlformats.org/drawingml/2006/table">
            <a:tbl>
              <a:tblPr/>
              <a:tblGrid>
                <a:gridCol w="2744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4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41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9175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 Bold"/>
                          <a:cs typeface="Aileron Bold"/>
                          <a:sym typeface="Aileron Bold"/>
                        </a:rPr>
                        <a:t>1980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 Bold"/>
                          <a:cs typeface="Aileron Bold"/>
                          <a:sym typeface="Aileron Bold"/>
                        </a:rPr>
                        <a:t>1981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 Bold"/>
                          <a:cs typeface="Aileron Bold"/>
                          <a:sym typeface="Aileron Bold"/>
                        </a:rPr>
                        <a:t>2011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 Bold"/>
                          <a:cs typeface="Aileron Bold"/>
                          <a:sym typeface="Aileron Bold"/>
                        </a:rPr>
                        <a:t>2015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 Bold"/>
                          <a:cs typeface="Aileron Bold"/>
                          <a:sym typeface="Aileron Bold"/>
                        </a:rPr>
                        <a:t>2016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 Bold"/>
                          <a:cs typeface="Aileron Bold"/>
                          <a:sym typeface="Aileron Bold"/>
                        </a:rPr>
                        <a:t>Present</a:t>
                      </a:r>
                      <a:endParaRPr lang="en-US" sz="1100" dirty="0">
                        <a:latin typeface="Outfit" panose="020B0604020202020204" charset="0"/>
                      </a:endParaRP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2652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1800" spc="26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Lorem ipsum dolor sit </a:t>
                      </a:r>
                      <a:r>
                        <a:rPr lang="en-US" sz="1800" spc="26" dirty="0" err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amet</a:t>
                      </a:r>
                      <a:r>
                        <a:rPr lang="en-US" sz="1800" spc="26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.</a:t>
                      </a:r>
                      <a:endParaRPr lang="en-US" sz="1100" dirty="0">
                        <a:latin typeface="Outfit" panose="020B0604020202020204" charset="0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Lorem ipsum dolor sit amet.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Lorem ipsum dolor sit amet.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Lorem ipsum dolor sit amet.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Lorem ipsum dolor sit amet.</a:t>
                      </a:r>
                      <a:endParaRPr lang="en-US" sz="1100">
                        <a:latin typeface="Outfit" panose="020B0604020202020204" charset="0"/>
                      </a:endParaRPr>
                    </a:p>
                  </a:txBody>
                  <a:tcPr marL="190500" marR="190500" marT="190500" marB="190500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1800" spc="26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Lorem ipsum dolor sit </a:t>
                      </a:r>
                      <a:r>
                        <a:rPr lang="en-US" sz="1800" spc="26" dirty="0" err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amet</a:t>
                      </a:r>
                      <a:r>
                        <a:rPr lang="en-US" sz="1800" spc="26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Aileron"/>
                          <a:cs typeface="Aileron"/>
                          <a:sym typeface="Aileron"/>
                        </a:rPr>
                        <a:t>.</a:t>
                      </a:r>
                      <a:endParaRPr lang="en-US" sz="1100" dirty="0">
                        <a:latin typeface="Outfit" panose="020B0604020202020204" charset="0"/>
                      </a:endParaRPr>
                    </a:p>
                  </a:txBody>
                  <a:tcPr marL="190500" marR="190500" marT="190500" marB="190500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935459" y="7364870"/>
            <a:ext cx="16445657" cy="1165916"/>
            <a:chOff x="0" y="0"/>
            <a:chExt cx="4331367" cy="3070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31367" cy="307073"/>
            </a:xfrm>
            <a:custGeom>
              <a:avLst/>
              <a:gdLst/>
              <a:ahLst/>
              <a:cxnLst/>
              <a:rect l="l" t="t" r="r" b="b"/>
              <a:pathLst>
                <a:path w="4331367" h="307073">
                  <a:moveTo>
                    <a:pt x="7061" y="0"/>
                  </a:moveTo>
                  <a:lnTo>
                    <a:pt x="4324305" y="0"/>
                  </a:lnTo>
                  <a:cubicBezTo>
                    <a:pt x="4328205" y="0"/>
                    <a:pt x="4331367" y="3161"/>
                    <a:pt x="4331367" y="7061"/>
                  </a:cubicBezTo>
                  <a:lnTo>
                    <a:pt x="4331367" y="300011"/>
                  </a:lnTo>
                  <a:cubicBezTo>
                    <a:pt x="4331367" y="301884"/>
                    <a:pt x="4330622" y="303680"/>
                    <a:pt x="4329299" y="305004"/>
                  </a:cubicBezTo>
                  <a:cubicBezTo>
                    <a:pt x="4327974" y="306329"/>
                    <a:pt x="4326178" y="307073"/>
                    <a:pt x="4324305" y="307073"/>
                  </a:cubicBezTo>
                  <a:lnTo>
                    <a:pt x="7061" y="307073"/>
                  </a:lnTo>
                  <a:cubicBezTo>
                    <a:pt x="5189" y="307073"/>
                    <a:pt x="3392" y="306329"/>
                    <a:pt x="2068" y="305004"/>
                  </a:cubicBezTo>
                  <a:cubicBezTo>
                    <a:pt x="744" y="303680"/>
                    <a:pt x="0" y="301884"/>
                    <a:pt x="0" y="300011"/>
                  </a:cubicBezTo>
                  <a:lnTo>
                    <a:pt x="0" y="7061"/>
                  </a:lnTo>
                  <a:cubicBezTo>
                    <a:pt x="0" y="5189"/>
                    <a:pt x="744" y="3392"/>
                    <a:pt x="2068" y="2068"/>
                  </a:cubicBezTo>
                  <a:cubicBezTo>
                    <a:pt x="3392" y="744"/>
                    <a:pt x="5189" y="0"/>
                    <a:pt x="7061" y="0"/>
                  </a:cubicBezTo>
                  <a:close/>
                </a:path>
              </a:pathLst>
            </a:custGeom>
            <a:solidFill>
              <a:srgbClr val="EDF0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4331367" cy="33564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6884" y="7364870"/>
            <a:ext cx="1505623" cy="1165916"/>
            <a:chOff x="0" y="0"/>
            <a:chExt cx="396543" cy="3070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6543" cy="307073"/>
            </a:xfrm>
            <a:custGeom>
              <a:avLst/>
              <a:gdLst/>
              <a:ahLst/>
              <a:cxnLst/>
              <a:rect l="l" t="t" r="r" b="b"/>
              <a:pathLst>
                <a:path w="396543" h="307073">
                  <a:moveTo>
                    <a:pt x="77130" y="0"/>
                  </a:moveTo>
                  <a:lnTo>
                    <a:pt x="319413" y="0"/>
                  </a:lnTo>
                  <a:cubicBezTo>
                    <a:pt x="339869" y="0"/>
                    <a:pt x="359487" y="8126"/>
                    <a:pt x="373952" y="22591"/>
                  </a:cubicBezTo>
                  <a:cubicBezTo>
                    <a:pt x="388417" y="37056"/>
                    <a:pt x="396543" y="56674"/>
                    <a:pt x="396543" y="77130"/>
                  </a:cubicBezTo>
                  <a:lnTo>
                    <a:pt x="396543" y="229943"/>
                  </a:lnTo>
                  <a:cubicBezTo>
                    <a:pt x="396543" y="250399"/>
                    <a:pt x="388417" y="270017"/>
                    <a:pt x="373952" y="284482"/>
                  </a:cubicBezTo>
                  <a:cubicBezTo>
                    <a:pt x="359487" y="298946"/>
                    <a:pt x="339869" y="307073"/>
                    <a:pt x="319413" y="307073"/>
                  </a:cubicBezTo>
                  <a:lnTo>
                    <a:pt x="77130" y="307073"/>
                  </a:lnTo>
                  <a:cubicBezTo>
                    <a:pt x="56674" y="307073"/>
                    <a:pt x="37056" y="298946"/>
                    <a:pt x="22591" y="284482"/>
                  </a:cubicBezTo>
                  <a:cubicBezTo>
                    <a:pt x="8126" y="270017"/>
                    <a:pt x="0" y="250399"/>
                    <a:pt x="0" y="229943"/>
                  </a:cubicBezTo>
                  <a:lnTo>
                    <a:pt x="0" y="77130"/>
                  </a:lnTo>
                  <a:cubicBezTo>
                    <a:pt x="0" y="56674"/>
                    <a:pt x="8126" y="37056"/>
                    <a:pt x="22591" y="22591"/>
                  </a:cubicBezTo>
                  <a:cubicBezTo>
                    <a:pt x="37056" y="8126"/>
                    <a:pt x="56674" y="0"/>
                    <a:pt x="77130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396543" cy="33564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664285" y="7364870"/>
            <a:ext cx="1505623" cy="1165916"/>
            <a:chOff x="0" y="0"/>
            <a:chExt cx="396543" cy="3070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6543" cy="307073"/>
            </a:xfrm>
            <a:custGeom>
              <a:avLst/>
              <a:gdLst/>
              <a:ahLst/>
              <a:cxnLst/>
              <a:rect l="l" t="t" r="r" b="b"/>
              <a:pathLst>
                <a:path w="396543" h="307073">
                  <a:moveTo>
                    <a:pt x="77130" y="0"/>
                  </a:moveTo>
                  <a:lnTo>
                    <a:pt x="319413" y="0"/>
                  </a:lnTo>
                  <a:cubicBezTo>
                    <a:pt x="339869" y="0"/>
                    <a:pt x="359487" y="8126"/>
                    <a:pt x="373952" y="22591"/>
                  </a:cubicBezTo>
                  <a:cubicBezTo>
                    <a:pt x="388417" y="37056"/>
                    <a:pt x="396543" y="56674"/>
                    <a:pt x="396543" y="77130"/>
                  </a:cubicBezTo>
                  <a:lnTo>
                    <a:pt x="396543" y="229943"/>
                  </a:lnTo>
                  <a:cubicBezTo>
                    <a:pt x="396543" y="250399"/>
                    <a:pt x="388417" y="270017"/>
                    <a:pt x="373952" y="284482"/>
                  </a:cubicBezTo>
                  <a:cubicBezTo>
                    <a:pt x="359487" y="298946"/>
                    <a:pt x="339869" y="307073"/>
                    <a:pt x="319413" y="307073"/>
                  </a:cubicBezTo>
                  <a:lnTo>
                    <a:pt x="77130" y="307073"/>
                  </a:lnTo>
                  <a:cubicBezTo>
                    <a:pt x="56674" y="307073"/>
                    <a:pt x="37056" y="298946"/>
                    <a:pt x="22591" y="284482"/>
                  </a:cubicBezTo>
                  <a:cubicBezTo>
                    <a:pt x="8126" y="270017"/>
                    <a:pt x="0" y="250399"/>
                    <a:pt x="0" y="229943"/>
                  </a:cubicBezTo>
                  <a:lnTo>
                    <a:pt x="0" y="77130"/>
                  </a:lnTo>
                  <a:cubicBezTo>
                    <a:pt x="0" y="56674"/>
                    <a:pt x="8126" y="37056"/>
                    <a:pt x="22591" y="22591"/>
                  </a:cubicBezTo>
                  <a:cubicBezTo>
                    <a:pt x="37056" y="8126"/>
                    <a:pt x="56674" y="0"/>
                    <a:pt x="77130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396543" cy="33564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664285" y="7364870"/>
            <a:ext cx="1505623" cy="1165916"/>
            <a:chOff x="0" y="0"/>
            <a:chExt cx="1737215" cy="134525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37215" cy="1345255"/>
            </a:xfrm>
            <a:custGeom>
              <a:avLst/>
              <a:gdLst/>
              <a:ahLst/>
              <a:cxnLst/>
              <a:rect l="l" t="t" r="r" b="b"/>
              <a:pathLst>
                <a:path w="1737215" h="1345255">
                  <a:moveTo>
                    <a:pt x="1612755" y="1345255"/>
                  </a:moveTo>
                  <a:lnTo>
                    <a:pt x="124460" y="1345255"/>
                  </a:lnTo>
                  <a:cubicBezTo>
                    <a:pt x="55880" y="1345255"/>
                    <a:pt x="0" y="1289375"/>
                    <a:pt x="0" y="12207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12755" y="0"/>
                  </a:lnTo>
                  <a:cubicBezTo>
                    <a:pt x="1681335" y="0"/>
                    <a:pt x="1737215" y="55880"/>
                    <a:pt x="1737215" y="124460"/>
                  </a:cubicBezTo>
                  <a:lnTo>
                    <a:pt x="1737215" y="1220795"/>
                  </a:lnTo>
                  <a:cubicBezTo>
                    <a:pt x="1737215" y="1289375"/>
                    <a:pt x="1681335" y="1345255"/>
                    <a:pt x="1612755" y="1345255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58364" y="7364870"/>
            <a:ext cx="1505623" cy="1165916"/>
            <a:chOff x="0" y="0"/>
            <a:chExt cx="396543" cy="30707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6543" cy="307073"/>
            </a:xfrm>
            <a:custGeom>
              <a:avLst/>
              <a:gdLst/>
              <a:ahLst/>
              <a:cxnLst/>
              <a:rect l="l" t="t" r="r" b="b"/>
              <a:pathLst>
                <a:path w="396543" h="307073">
                  <a:moveTo>
                    <a:pt x="77130" y="0"/>
                  </a:moveTo>
                  <a:lnTo>
                    <a:pt x="319413" y="0"/>
                  </a:lnTo>
                  <a:cubicBezTo>
                    <a:pt x="339869" y="0"/>
                    <a:pt x="359487" y="8126"/>
                    <a:pt x="373952" y="22591"/>
                  </a:cubicBezTo>
                  <a:cubicBezTo>
                    <a:pt x="388417" y="37056"/>
                    <a:pt x="396543" y="56674"/>
                    <a:pt x="396543" y="77130"/>
                  </a:cubicBezTo>
                  <a:lnTo>
                    <a:pt x="396543" y="229943"/>
                  </a:lnTo>
                  <a:cubicBezTo>
                    <a:pt x="396543" y="250399"/>
                    <a:pt x="388417" y="270017"/>
                    <a:pt x="373952" y="284482"/>
                  </a:cubicBezTo>
                  <a:cubicBezTo>
                    <a:pt x="359487" y="298946"/>
                    <a:pt x="339869" y="307073"/>
                    <a:pt x="319413" y="307073"/>
                  </a:cubicBezTo>
                  <a:lnTo>
                    <a:pt x="77130" y="307073"/>
                  </a:lnTo>
                  <a:cubicBezTo>
                    <a:pt x="56674" y="307073"/>
                    <a:pt x="37056" y="298946"/>
                    <a:pt x="22591" y="284482"/>
                  </a:cubicBezTo>
                  <a:cubicBezTo>
                    <a:pt x="8126" y="270017"/>
                    <a:pt x="0" y="250399"/>
                    <a:pt x="0" y="229943"/>
                  </a:cubicBezTo>
                  <a:lnTo>
                    <a:pt x="0" y="77130"/>
                  </a:lnTo>
                  <a:cubicBezTo>
                    <a:pt x="0" y="56674"/>
                    <a:pt x="8126" y="37056"/>
                    <a:pt x="22591" y="22591"/>
                  </a:cubicBezTo>
                  <a:cubicBezTo>
                    <a:pt x="37056" y="8126"/>
                    <a:pt x="56674" y="0"/>
                    <a:pt x="77130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396543" cy="33564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09844" y="7364870"/>
            <a:ext cx="1505623" cy="1165916"/>
            <a:chOff x="0" y="0"/>
            <a:chExt cx="396543" cy="3070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6543" cy="307073"/>
            </a:xfrm>
            <a:custGeom>
              <a:avLst/>
              <a:gdLst/>
              <a:ahLst/>
              <a:cxnLst/>
              <a:rect l="l" t="t" r="r" b="b"/>
              <a:pathLst>
                <a:path w="396543" h="307073">
                  <a:moveTo>
                    <a:pt x="77130" y="0"/>
                  </a:moveTo>
                  <a:lnTo>
                    <a:pt x="319413" y="0"/>
                  </a:lnTo>
                  <a:cubicBezTo>
                    <a:pt x="339869" y="0"/>
                    <a:pt x="359487" y="8126"/>
                    <a:pt x="373952" y="22591"/>
                  </a:cubicBezTo>
                  <a:cubicBezTo>
                    <a:pt x="388417" y="37056"/>
                    <a:pt x="396543" y="56674"/>
                    <a:pt x="396543" y="77130"/>
                  </a:cubicBezTo>
                  <a:lnTo>
                    <a:pt x="396543" y="229943"/>
                  </a:lnTo>
                  <a:cubicBezTo>
                    <a:pt x="396543" y="250399"/>
                    <a:pt x="388417" y="270017"/>
                    <a:pt x="373952" y="284482"/>
                  </a:cubicBezTo>
                  <a:cubicBezTo>
                    <a:pt x="359487" y="298946"/>
                    <a:pt x="339869" y="307073"/>
                    <a:pt x="319413" y="307073"/>
                  </a:cubicBezTo>
                  <a:lnTo>
                    <a:pt x="77130" y="307073"/>
                  </a:lnTo>
                  <a:cubicBezTo>
                    <a:pt x="56674" y="307073"/>
                    <a:pt x="37056" y="298946"/>
                    <a:pt x="22591" y="284482"/>
                  </a:cubicBezTo>
                  <a:cubicBezTo>
                    <a:pt x="8126" y="270017"/>
                    <a:pt x="0" y="250399"/>
                    <a:pt x="0" y="229943"/>
                  </a:cubicBezTo>
                  <a:lnTo>
                    <a:pt x="0" y="77130"/>
                  </a:lnTo>
                  <a:cubicBezTo>
                    <a:pt x="0" y="56674"/>
                    <a:pt x="8126" y="37056"/>
                    <a:pt x="22591" y="22591"/>
                  </a:cubicBezTo>
                  <a:cubicBezTo>
                    <a:pt x="37056" y="8126"/>
                    <a:pt x="56674" y="0"/>
                    <a:pt x="77130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396543" cy="33564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61324" y="7364870"/>
            <a:ext cx="1505623" cy="1165916"/>
            <a:chOff x="0" y="0"/>
            <a:chExt cx="396543" cy="30707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6543" cy="307073"/>
            </a:xfrm>
            <a:custGeom>
              <a:avLst/>
              <a:gdLst/>
              <a:ahLst/>
              <a:cxnLst/>
              <a:rect l="l" t="t" r="r" b="b"/>
              <a:pathLst>
                <a:path w="396543" h="307073">
                  <a:moveTo>
                    <a:pt x="77130" y="0"/>
                  </a:moveTo>
                  <a:lnTo>
                    <a:pt x="319413" y="0"/>
                  </a:lnTo>
                  <a:cubicBezTo>
                    <a:pt x="339869" y="0"/>
                    <a:pt x="359487" y="8126"/>
                    <a:pt x="373952" y="22591"/>
                  </a:cubicBezTo>
                  <a:cubicBezTo>
                    <a:pt x="388417" y="37056"/>
                    <a:pt x="396543" y="56674"/>
                    <a:pt x="396543" y="77130"/>
                  </a:cubicBezTo>
                  <a:lnTo>
                    <a:pt x="396543" y="229943"/>
                  </a:lnTo>
                  <a:cubicBezTo>
                    <a:pt x="396543" y="250399"/>
                    <a:pt x="388417" y="270017"/>
                    <a:pt x="373952" y="284482"/>
                  </a:cubicBezTo>
                  <a:cubicBezTo>
                    <a:pt x="359487" y="298946"/>
                    <a:pt x="339869" y="307073"/>
                    <a:pt x="319413" y="307073"/>
                  </a:cubicBezTo>
                  <a:lnTo>
                    <a:pt x="77130" y="307073"/>
                  </a:lnTo>
                  <a:cubicBezTo>
                    <a:pt x="56674" y="307073"/>
                    <a:pt x="37056" y="298946"/>
                    <a:pt x="22591" y="284482"/>
                  </a:cubicBezTo>
                  <a:cubicBezTo>
                    <a:pt x="8126" y="270017"/>
                    <a:pt x="0" y="250399"/>
                    <a:pt x="0" y="229943"/>
                  </a:cubicBezTo>
                  <a:lnTo>
                    <a:pt x="0" y="77130"/>
                  </a:lnTo>
                  <a:cubicBezTo>
                    <a:pt x="0" y="56674"/>
                    <a:pt x="8126" y="37056"/>
                    <a:pt x="22591" y="22591"/>
                  </a:cubicBezTo>
                  <a:cubicBezTo>
                    <a:pt x="37056" y="8126"/>
                    <a:pt x="56674" y="0"/>
                    <a:pt x="77130" y="0"/>
                  </a:cubicBezTo>
                  <a:close/>
                </a:path>
              </a:pathLst>
            </a:custGeom>
            <a:solidFill>
              <a:srgbClr val="18AF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396543" cy="33564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912804" y="7364870"/>
            <a:ext cx="1505623" cy="1165916"/>
            <a:chOff x="0" y="0"/>
            <a:chExt cx="396543" cy="3070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96543" cy="307073"/>
            </a:xfrm>
            <a:custGeom>
              <a:avLst/>
              <a:gdLst/>
              <a:ahLst/>
              <a:cxnLst/>
              <a:rect l="l" t="t" r="r" b="b"/>
              <a:pathLst>
                <a:path w="396543" h="307073">
                  <a:moveTo>
                    <a:pt x="77130" y="0"/>
                  </a:moveTo>
                  <a:lnTo>
                    <a:pt x="319413" y="0"/>
                  </a:lnTo>
                  <a:cubicBezTo>
                    <a:pt x="339869" y="0"/>
                    <a:pt x="359487" y="8126"/>
                    <a:pt x="373952" y="22591"/>
                  </a:cubicBezTo>
                  <a:cubicBezTo>
                    <a:pt x="388417" y="37056"/>
                    <a:pt x="396543" y="56674"/>
                    <a:pt x="396543" y="77130"/>
                  </a:cubicBezTo>
                  <a:lnTo>
                    <a:pt x="396543" y="229943"/>
                  </a:lnTo>
                  <a:cubicBezTo>
                    <a:pt x="396543" y="250399"/>
                    <a:pt x="388417" y="270017"/>
                    <a:pt x="373952" y="284482"/>
                  </a:cubicBezTo>
                  <a:cubicBezTo>
                    <a:pt x="359487" y="298946"/>
                    <a:pt x="339869" y="307073"/>
                    <a:pt x="319413" y="307073"/>
                  </a:cubicBezTo>
                  <a:lnTo>
                    <a:pt x="77130" y="307073"/>
                  </a:lnTo>
                  <a:cubicBezTo>
                    <a:pt x="56674" y="307073"/>
                    <a:pt x="37056" y="298946"/>
                    <a:pt x="22591" y="284482"/>
                  </a:cubicBezTo>
                  <a:cubicBezTo>
                    <a:pt x="8126" y="270017"/>
                    <a:pt x="0" y="250399"/>
                    <a:pt x="0" y="229943"/>
                  </a:cubicBezTo>
                  <a:lnTo>
                    <a:pt x="0" y="77130"/>
                  </a:lnTo>
                  <a:cubicBezTo>
                    <a:pt x="0" y="56674"/>
                    <a:pt x="8126" y="37056"/>
                    <a:pt x="22591" y="22591"/>
                  </a:cubicBezTo>
                  <a:cubicBezTo>
                    <a:pt x="37056" y="8126"/>
                    <a:pt x="56674" y="0"/>
                    <a:pt x="77130" y="0"/>
                  </a:cubicBezTo>
                  <a:close/>
                </a:path>
              </a:pathLst>
            </a:custGeom>
            <a:solidFill>
              <a:srgbClr val="1C88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96543" cy="33564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1327699" y="7617697"/>
            <a:ext cx="663993" cy="632600"/>
            <a:chOff x="0" y="0"/>
            <a:chExt cx="1772920" cy="1689100"/>
          </a:xfrm>
        </p:grpSpPr>
        <p:sp>
          <p:nvSpPr>
            <p:cNvPr id="37" name="Freeform 37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Freeform 38"/>
          <p:cNvSpPr/>
          <p:nvPr/>
        </p:nvSpPr>
        <p:spPr>
          <a:xfrm>
            <a:off x="4056739" y="7692335"/>
            <a:ext cx="708874" cy="483323"/>
          </a:xfrm>
          <a:custGeom>
            <a:avLst/>
            <a:gdLst/>
            <a:ahLst/>
            <a:cxnLst/>
            <a:rect l="l" t="t" r="r" b="b"/>
            <a:pathLst>
              <a:path w="708874" h="483323">
                <a:moveTo>
                  <a:pt x="0" y="0"/>
                </a:moveTo>
                <a:lnTo>
                  <a:pt x="708874" y="0"/>
                </a:lnTo>
                <a:lnTo>
                  <a:pt x="708874" y="483323"/>
                </a:lnTo>
                <a:lnTo>
                  <a:pt x="0" y="483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6855315" y="7626656"/>
            <a:ext cx="614682" cy="614682"/>
          </a:xfrm>
          <a:custGeom>
            <a:avLst/>
            <a:gdLst/>
            <a:ahLst/>
            <a:cxnLst/>
            <a:rect l="l" t="t" r="r" b="b"/>
            <a:pathLst>
              <a:path w="614682" h="614682">
                <a:moveTo>
                  <a:pt x="0" y="0"/>
                </a:moveTo>
                <a:lnTo>
                  <a:pt x="614682" y="0"/>
                </a:lnTo>
                <a:lnTo>
                  <a:pt x="614682" y="614682"/>
                </a:lnTo>
                <a:lnTo>
                  <a:pt x="0" y="61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9639268" y="7716596"/>
            <a:ext cx="549735" cy="494762"/>
          </a:xfrm>
          <a:custGeom>
            <a:avLst/>
            <a:gdLst/>
            <a:ahLst/>
            <a:cxnLst/>
            <a:rect l="l" t="t" r="r" b="b"/>
            <a:pathLst>
              <a:path w="549735" h="494762">
                <a:moveTo>
                  <a:pt x="0" y="0"/>
                </a:moveTo>
                <a:lnTo>
                  <a:pt x="549736" y="0"/>
                </a:lnTo>
                <a:lnTo>
                  <a:pt x="549736" y="494762"/>
                </a:lnTo>
                <a:lnTo>
                  <a:pt x="0" y="494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2479725" y="7656636"/>
            <a:ext cx="371782" cy="554722"/>
          </a:xfrm>
          <a:custGeom>
            <a:avLst/>
            <a:gdLst/>
            <a:ahLst/>
            <a:cxnLst/>
            <a:rect l="l" t="t" r="r" b="b"/>
            <a:pathLst>
              <a:path w="371782" h="554722">
                <a:moveTo>
                  <a:pt x="0" y="0"/>
                </a:moveTo>
                <a:lnTo>
                  <a:pt x="371782" y="0"/>
                </a:lnTo>
                <a:lnTo>
                  <a:pt x="371782" y="554722"/>
                </a:lnTo>
                <a:lnTo>
                  <a:pt x="0" y="55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5175881" y="7606421"/>
            <a:ext cx="482430" cy="655152"/>
          </a:xfrm>
          <a:custGeom>
            <a:avLst/>
            <a:gdLst/>
            <a:ahLst/>
            <a:cxnLst/>
            <a:rect l="l" t="t" r="r" b="b"/>
            <a:pathLst>
              <a:path w="482430" h="655152">
                <a:moveTo>
                  <a:pt x="0" y="0"/>
                </a:moveTo>
                <a:lnTo>
                  <a:pt x="482430" y="0"/>
                </a:lnTo>
                <a:lnTo>
                  <a:pt x="482430" y="655152"/>
                </a:lnTo>
                <a:lnTo>
                  <a:pt x="0" y="6551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29633">
            <a:off x="-2015856" y="-2222871"/>
            <a:ext cx="20724935" cy="5634207"/>
            <a:chOff x="0" y="0"/>
            <a:chExt cx="5458419" cy="1483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58419" cy="1483907"/>
            </a:xfrm>
            <a:custGeom>
              <a:avLst/>
              <a:gdLst/>
              <a:ahLst/>
              <a:cxnLst/>
              <a:rect l="l" t="t" r="r" b="b"/>
              <a:pathLst>
                <a:path w="5458419" h="1483907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58419" cy="152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234553"/>
              </p:ext>
            </p:extLst>
          </p:nvPr>
        </p:nvGraphicFramePr>
        <p:xfrm>
          <a:off x="0" y="-23536"/>
          <a:ext cx="18288000" cy="1031053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3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2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310536"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 Bold"/>
                          <a:cs typeface="Outfit Bold"/>
                          <a:sym typeface="Outfit Bold"/>
                        </a:rPr>
                        <a:t>1980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Lorem ipsum dolor sit </a:t>
                      </a:r>
                      <a:r>
                        <a:rPr lang="en-US" sz="1800" dirty="0" err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amet</a:t>
                      </a:r>
                      <a:r>
                        <a:rPr lang="en-US" sz="1800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.</a:t>
                      </a: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 spc="36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 Bold"/>
                          <a:cs typeface="Outfit Bold"/>
                          <a:sym typeface="Outfit Bold"/>
                        </a:rPr>
                        <a:t>1981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7" dirty="0" err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LoLorem</a:t>
                      </a:r>
                      <a:r>
                        <a:rPr lang="en-US" sz="1800" spc="27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 ipsum dolor sit </a:t>
                      </a:r>
                      <a:r>
                        <a:rPr lang="en-US" sz="1800" spc="27" dirty="0" err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amet</a:t>
                      </a:r>
                      <a:r>
                        <a:rPr lang="en-US" sz="1800" spc="27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.</a:t>
                      </a: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 Bold"/>
                          <a:cs typeface="Outfit Bold"/>
                          <a:sym typeface="Outfit Bold"/>
                        </a:rPr>
                        <a:t>2011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7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Lorem ipsum dolor sit amet.</a:t>
                      </a: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 Bold"/>
                          <a:cs typeface="Outfit Bold"/>
                          <a:sym typeface="Outfit Bold"/>
                        </a:rPr>
                        <a:t>2015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7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Lorem ipsum dolor sit amet.</a:t>
                      </a: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3599"/>
                        </a:lnSpc>
                      </a:pPr>
                      <a:r>
                        <a:rPr lang="en-US" sz="2399" b="1" spc="35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 Bold"/>
                          <a:cs typeface="Outfit Bold"/>
                          <a:sym typeface="Outfit Bold"/>
                        </a:rPr>
                        <a:t>2016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7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Lorem ipsum dolor sit amet.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800" spc="27">
                        <a:solidFill>
                          <a:srgbClr val="191919"/>
                        </a:solidFill>
                        <a:latin typeface="Outfit" panose="020B0604020202020204" charset="0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 dirty="0">
                        <a:latin typeface="Outfit" panose="020B0604020202020204" charset="0"/>
                      </a:endParaRPr>
                    </a:p>
                    <a:p>
                      <a:pPr algn="ctr">
                        <a:lnSpc>
                          <a:spcPts val="3599"/>
                        </a:lnSpc>
                      </a:pPr>
                      <a:r>
                        <a:rPr lang="en-US" sz="2399" b="1" spc="35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 Bold"/>
                          <a:cs typeface="Outfit Bold"/>
                          <a:sym typeface="Outfit Bold"/>
                        </a:rPr>
                        <a:t>PRESENT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7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Lorem ipsum dolor sit </a:t>
                      </a:r>
                      <a:r>
                        <a:rPr lang="en-US" sz="1800" spc="27" dirty="0" err="1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amet</a:t>
                      </a:r>
                      <a:r>
                        <a:rPr lang="en-US" sz="1800" spc="27" dirty="0">
                          <a:solidFill>
                            <a:srgbClr val="191919"/>
                          </a:solidFill>
                          <a:latin typeface="Outfit" panose="020B0604020202020204" charset="0"/>
                          <a:ea typeface="Outfit"/>
                          <a:cs typeface="Outfit"/>
                          <a:sym typeface="Outfit"/>
                        </a:rPr>
                        <a:t>.</a:t>
                      </a: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6705" y="9549449"/>
            <a:ext cx="7244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9" name="Freeform 9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-829633">
            <a:off x="-1863456" y="-2070471"/>
            <a:ext cx="20724935" cy="5634207"/>
            <a:chOff x="0" y="0"/>
            <a:chExt cx="5458419" cy="14839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58419" cy="1483907"/>
            </a:xfrm>
            <a:custGeom>
              <a:avLst/>
              <a:gdLst/>
              <a:ahLst/>
              <a:cxnLst/>
              <a:rect l="l" t="t" r="r" b="b"/>
              <a:pathLst>
                <a:path w="5458419" h="1483907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58419" cy="152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829633">
            <a:off x="101452" y="8486967"/>
            <a:ext cx="20724935" cy="5634207"/>
            <a:chOff x="0" y="0"/>
            <a:chExt cx="5458419" cy="14839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58419" cy="1483907"/>
            </a:xfrm>
            <a:custGeom>
              <a:avLst/>
              <a:gdLst/>
              <a:ahLst/>
              <a:cxnLst/>
              <a:rect l="l" t="t" r="r" b="b"/>
              <a:pathLst>
                <a:path w="5458419" h="1483907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58419" cy="152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6331765" y="469127"/>
            <a:ext cx="927535" cy="555012"/>
            <a:chOff x="0" y="0"/>
            <a:chExt cx="1855064" cy="1110031"/>
          </a:xfrm>
        </p:grpSpPr>
        <p:sp>
          <p:nvSpPr>
            <p:cNvPr id="20" name="Freeform 20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AutoShape 23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426063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1461010"/>
            <a:ext cx="516101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Timeline - Slide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035246" y="93249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6881-F14E-EA32-A239-D8A61F7D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75BC53F-138F-301A-52B5-F92B45041497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31B8E96-C4AD-7577-709B-0D96619BCD9D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410325-FF26-A72C-CA59-6362C28CA90A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4B390E-5D98-147F-F839-07B0FF16FDCE}"/>
              </a:ext>
            </a:extLst>
          </p:cNvPr>
          <p:cNvSpPr txBox="1"/>
          <p:nvPr/>
        </p:nvSpPr>
        <p:spPr>
          <a:xfrm>
            <a:off x="1256705" y="9549449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59D7369-1672-0B78-863F-DB20DD9EEB85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2E415CF-E464-9C47-8393-F9AE357E6A93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6D6296C-A8DD-0B96-604A-A2F8F06FAFA8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3CBD2BB-9F32-87C2-4EEF-98ED932E6AB0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911C02B1-1EFB-C916-15C0-84B25BD11B58}"/>
              </a:ext>
            </a:extLst>
          </p:cNvPr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C6A33B8-4086-5250-DD5A-C793BFCA40F6}"/>
              </a:ext>
            </a:extLst>
          </p:cNvPr>
          <p:cNvSpPr txBox="1"/>
          <p:nvPr/>
        </p:nvSpPr>
        <p:spPr>
          <a:xfrm>
            <a:off x="1028700" y="1461010"/>
            <a:ext cx="393713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Bar Graph</a:t>
            </a:r>
          </a:p>
        </p:txBody>
      </p:sp>
      <p:graphicFrame>
        <p:nvGraphicFramePr>
          <p:cNvPr id="25" name="Chart Placeholder 10">
            <a:extLst>
              <a:ext uri="{FF2B5EF4-FFF2-40B4-BE49-F238E27FC236}">
                <a16:creationId xmlns:a16="http://schemas.microsoft.com/office/drawing/2014/main" id="{D1682976-3D3A-202D-817F-167264050D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3055707"/>
              </p:ext>
            </p:extLst>
          </p:nvPr>
        </p:nvGraphicFramePr>
        <p:xfrm>
          <a:off x="1269115" y="2843431"/>
          <a:ext cx="15799685" cy="58052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7546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6705" y="9549448"/>
            <a:ext cx="7244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461010"/>
            <a:ext cx="5893654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Pie Graph with Text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600755" y="7361530"/>
            <a:ext cx="3846536" cy="1287170"/>
            <a:chOff x="0" y="0"/>
            <a:chExt cx="932414" cy="3120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2414" cy="312015"/>
            </a:xfrm>
            <a:custGeom>
              <a:avLst/>
              <a:gdLst/>
              <a:ahLst/>
              <a:cxnLst/>
              <a:rect l="l" t="t" r="r" b="b"/>
              <a:pathLst>
                <a:path w="932414" h="312015">
                  <a:moveTo>
                    <a:pt x="14089" y="0"/>
                  </a:moveTo>
                  <a:lnTo>
                    <a:pt x="918325" y="0"/>
                  </a:lnTo>
                  <a:cubicBezTo>
                    <a:pt x="922062" y="0"/>
                    <a:pt x="925646" y="1484"/>
                    <a:pt x="928288" y="4127"/>
                  </a:cubicBezTo>
                  <a:cubicBezTo>
                    <a:pt x="930930" y="6769"/>
                    <a:pt x="932414" y="10352"/>
                    <a:pt x="932414" y="14089"/>
                  </a:cubicBezTo>
                  <a:lnTo>
                    <a:pt x="932414" y="297926"/>
                  </a:lnTo>
                  <a:cubicBezTo>
                    <a:pt x="932414" y="301662"/>
                    <a:pt x="930930" y="305246"/>
                    <a:pt x="928288" y="307888"/>
                  </a:cubicBezTo>
                  <a:cubicBezTo>
                    <a:pt x="925646" y="310530"/>
                    <a:pt x="922062" y="312015"/>
                    <a:pt x="918325" y="312015"/>
                  </a:cubicBezTo>
                  <a:lnTo>
                    <a:pt x="14089" y="312015"/>
                  </a:lnTo>
                  <a:cubicBezTo>
                    <a:pt x="10352" y="312015"/>
                    <a:pt x="6769" y="310530"/>
                    <a:pt x="4127" y="307888"/>
                  </a:cubicBezTo>
                  <a:cubicBezTo>
                    <a:pt x="1484" y="305246"/>
                    <a:pt x="0" y="301662"/>
                    <a:pt x="0" y="297926"/>
                  </a:cubicBezTo>
                  <a:lnTo>
                    <a:pt x="0" y="14089"/>
                  </a:lnTo>
                  <a:cubicBezTo>
                    <a:pt x="0" y="10352"/>
                    <a:pt x="1484" y="6769"/>
                    <a:pt x="4127" y="4127"/>
                  </a:cubicBezTo>
                  <a:cubicBezTo>
                    <a:pt x="6769" y="1484"/>
                    <a:pt x="10352" y="0"/>
                    <a:pt x="140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932414" cy="34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719894" y="7576716"/>
            <a:ext cx="3608257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3208" b="1" dirty="0">
                <a:solidFill>
                  <a:srgbClr val="000000"/>
                </a:solidFill>
                <a:latin typeface="Outfit" panose="020B0604020202020204" charset="0"/>
                <a:ea typeface="Arial Unicode Bold"/>
                <a:cs typeface="Arial Unicode Bold"/>
                <a:sym typeface="Arial Unicode Bold"/>
              </a:rPr>
              <a:t>October</a:t>
            </a:r>
          </a:p>
          <a:p>
            <a:pPr algn="ctr">
              <a:lnSpc>
                <a:spcPts val="3529"/>
              </a:lnSpc>
            </a:pPr>
            <a:r>
              <a:rPr lang="en-US" sz="3208" b="1" dirty="0">
                <a:solidFill>
                  <a:srgbClr val="000000"/>
                </a:solidFill>
                <a:latin typeface="Outfit" panose="020B0604020202020204" charset="0"/>
                <a:ea typeface="Arial Unicode Bold"/>
                <a:cs typeface="Arial Unicode Bold"/>
                <a:sym typeface="Arial Unicode Bold"/>
              </a:rPr>
              <a:t>Is Peak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769371" y="7361530"/>
            <a:ext cx="3306684" cy="1287170"/>
            <a:chOff x="0" y="0"/>
            <a:chExt cx="801552" cy="3120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1552" cy="312015"/>
            </a:xfrm>
            <a:custGeom>
              <a:avLst/>
              <a:gdLst/>
              <a:ahLst/>
              <a:cxnLst/>
              <a:rect l="l" t="t" r="r" b="b"/>
              <a:pathLst>
                <a:path w="801552" h="312015">
                  <a:moveTo>
                    <a:pt x="16389" y="0"/>
                  </a:moveTo>
                  <a:lnTo>
                    <a:pt x="785163" y="0"/>
                  </a:lnTo>
                  <a:cubicBezTo>
                    <a:pt x="789510" y="0"/>
                    <a:pt x="793678" y="1727"/>
                    <a:pt x="796752" y="4800"/>
                  </a:cubicBezTo>
                  <a:cubicBezTo>
                    <a:pt x="799826" y="7874"/>
                    <a:pt x="801552" y="12042"/>
                    <a:pt x="801552" y="16389"/>
                  </a:cubicBezTo>
                  <a:lnTo>
                    <a:pt x="801552" y="295626"/>
                  </a:lnTo>
                  <a:cubicBezTo>
                    <a:pt x="801552" y="304677"/>
                    <a:pt x="794215" y="312015"/>
                    <a:pt x="785163" y="312015"/>
                  </a:cubicBezTo>
                  <a:lnTo>
                    <a:pt x="16389" y="312015"/>
                  </a:lnTo>
                  <a:cubicBezTo>
                    <a:pt x="7338" y="312015"/>
                    <a:pt x="0" y="304677"/>
                    <a:pt x="0" y="295626"/>
                  </a:cubicBezTo>
                  <a:lnTo>
                    <a:pt x="0" y="16389"/>
                  </a:lnTo>
                  <a:cubicBezTo>
                    <a:pt x="0" y="7338"/>
                    <a:pt x="7338" y="0"/>
                    <a:pt x="163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801552" cy="34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915083" y="7576716"/>
            <a:ext cx="2961189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3208" b="1" dirty="0">
                <a:solidFill>
                  <a:srgbClr val="000000"/>
                </a:solidFill>
                <a:latin typeface="Outfit" panose="020B0604020202020204" charset="0"/>
                <a:ea typeface="Arial Unicode Bold"/>
                <a:cs typeface="Arial Unicode Bold"/>
                <a:sym typeface="Arial Unicode Bold"/>
              </a:rPr>
              <a:t>+40% From Last Year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398136" y="7361530"/>
            <a:ext cx="3765664" cy="1287170"/>
            <a:chOff x="0" y="0"/>
            <a:chExt cx="912811" cy="31201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2811" cy="312015"/>
            </a:xfrm>
            <a:custGeom>
              <a:avLst/>
              <a:gdLst/>
              <a:ahLst/>
              <a:cxnLst/>
              <a:rect l="l" t="t" r="r" b="b"/>
              <a:pathLst>
                <a:path w="912811" h="312015">
                  <a:moveTo>
                    <a:pt x="14391" y="0"/>
                  </a:moveTo>
                  <a:lnTo>
                    <a:pt x="898419" y="0"/>
                  </a:lnTo>
                  <a:cubicBezTo>
                    <a:pt x="906367" y="0"/>
                    <a:pt x="912811" y="6443"/>
                    <a:pt x="912811" y="14391"/>
                  </a:cubicBezTo>
                  <a:lnTo>
                    <a:pt x="912811" y="297623"/>
                  </a:lnTo>
                  <a:cubicBezTo>
                    <a:pt x="912811" y="305572"/>
                    <a:pt x="906367" y="312015"/>
                    <a:pt x="898419" y="312015"/>
                  </a:cubicBezTo>
                  <a:lnTo>
                    <a:pt x="14391" y="312015"/>
                  </a:lnTo>
                  <a:cubicBezTo>
                    <a:pt x="6443" y="312015"/>
                    <a:pt x="0" y="305572"/>
                    <a:pt x="0" y="297623"/>
                  </a:cubicBezTo>
                  <a:lnTo>
                    <a:pt x="0" y="14391"/>
                  </a:lnTo>
                  <a:cubicBezTo>
                    <a:pt x="0" y="6443"/>
                    <a:pt x="6443" y="0"/>
                    <a:pt x="143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912811" cy="34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800373" y="7576716"/>
            <a:ext cx="2961189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3208" b="1" dirty="0">
                <a:solidFill>
                  <a:srgbClr val="000000"/>
                </a:solidFill>
                <a:latin typeface="Outfit" panose="020B0604020202020204" charset="0"/>
                <a:ea typeface="Arial Unicode Bold"/>
                <a:cs typeface="Arial Unicode Bold"/>
                <a:sym typeface="Arial Unicode Bold"/>
              </a:rPr>
              <a:t>+40% From Last Year</a:t>
            </a:r>
          </a:p>
        </p:txBody>
      </p:sp>
      <p:graphicFrame>
        <p:nvGraphicFramePr>
          <p:cNvPr id="25" name="Chart Placeholder 14">
            <a:extLst>
              <a:ext uri="{FF2B5EF4-FFF2-40B4-BE49-F238E27FC236}">
                <a16:creationId xmlns:a16="http://schemas.microsoft.com/office/drawing/2014/main" id="{172B858C-A035-5AD5-C5D3-F234C353E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0713068"/>
              </p:ext>
            </p:extLst>
          </p:nvPr>
        </p:nvGraphicFramePr>
        <p:xfrm>
          <a:off x="1581173" y="2584436"/>
          <a:ext cx="7715227" cy="4300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06C29B-65BC-E7B9-F21D-6753A252BF35}"/>
              </a:ext>
            </a:extLst>
          </p:cNvPr>
          <p:cNvCxnSpPr/>
          <p:nvPr/>
        </p:nvCxnSpPr>
        <p:spPr>
          <a:xfrm>
            <a:off x="1600200" y="5372100"/>
            <a:ext cx="194481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89706F5-813C-B799-123B-468474883E2C}"/>
              </a:ext>
            </a:extLst>
          </p:cNvPr>
          <p:cNvCxnSpPr/>
          <p:nvPr/>
        </p:nvCxnSpPr>
        <p:spPr>
          <a:xfrm>
            <a:off x="2832310" y="3086100"/>
            <a:ext cx="194481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917032-524C-AD68-9936-A2E70C8A7C73}"/>
              </a:ext>
            </a:extLst>
          </p:cNvPr>
          <p:cNvCxnSpPr/>
          <p:nvPr/>
        </p:nvCxnSpPr>
        <p:spPr>
          <a:xfrm>
            <a:off x="1859904" y="3695700"/>
            <a:ext cx="194481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9FD08D8-2A35-BAEC-26DC-6CDD65E446A5}"/>
              </a:ext>
            </a:extLst>
          </p:cNvPr>
          <p:cNvSpPr txBox="1"/>
          <p:nvPr/>
        </p:nvSpPr>
        <p:spPr>
          <a:xfrm>
            <a:off x="2597148" y="3089315"/>
            <a:ext cx="87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584EC3-34C5-BDF5-06A4-39025814B363}"/>
              </a:ext>
            </a:extLst>
          </p:cNvPr>
          <p:cNvSpPr txBox="1"/>
          <p:nvPr/>
        </p:nvSpPr>
        <p:spPr>
          <a:xfrm>
            <a:off x="1624742" y="3725996"/>
            <a:ext cx="1371600" cy="380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CD061D-05B4-B107-0EFB-9D28D826416D}"/>
              </a:ext>
            </a:extLst>
          </p:cNvPr>
          <p:cNvSpPr txBox="1"/>
          <p:nvPr/>
        </p:nvSpPr>
        <p:spPr>
          <a:xfrm>
            <a:off x="1371600" y="5396789"/>
            <a:ext cx="1371600" cy="380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B3B026-A620-F418-DDD9-E562DD5C4DC7}"/>
              </a:ext>
            </a:extLst>
          </p:cNvPr>
          <p:cNvSpPr txBox="1"/>
          <p:nvPr/>
        </p:nvSpPr>
        <p:spPr>
          <a:xfrm>
            <a:off x="6922354" y="3838639"/>
            <a:ext cx="1371600" cy="380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7EFA085D-CF85-6345-BF8D-39DBDF63AA5E}"/>
              </a:ext>
            </a:extLst>
          </p:cNvPr>
          <p:cNvSpPr txBox="1">
            <a:spLocks/>
          </p:cNvSpPr>
          <p:nvPr/>
        </p:nvSpPr>
        <p:spPr>
          <a:xfrm>
            <a:off x="10940652" y="2388063"/>
            <a:ext cx="6698419" cy="338972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 panose="020B0604020202020204" charset="0"/>
              <a:ea typeface="Outfit"/>
              <a:cs typeface="Outfit"/>
              <a:sym typeface="Outfit"/>
            </a:endParaRPr>
          </a:p>
          <a:p>
            <a:pPr marL="831851" lvl="2" indent="-215900">
              <a:lnSpc>
                <a:spcPts val="28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Nunc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viverra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imperdiet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enim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Fusce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est.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Vivamus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tellus</a:t>
            </a:r>
            <a:endParaRPr lang="en-US" sz="1600" dirty="0">
              <a:solidFill>
                <a:srgbClr val="000000"/>
              </a:solidFill>
              <a:latin typeface="Outfit" panose="020B0604020202020204" charset="0"/>
              <a:ea typeface="Outfit"/>
              <a:cs typeface="Outfit"/>
              <a:sym typeface="Outfit"/>
            </a:endParaRPr>
          </a:p>
          <a:p>
            <a:pPr marL="831851" lvl="2" indent="-215900">
              <a:lnSpc>
                <a:spcPts val="28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Nunc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viverra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imperdiet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enim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Fusce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est.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Vivamus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tellus</a:t>
            </a:r>
            <a:endParaRPr lang="en-US" sz="1600" dirty="0">
              <a:solidFill>
                <a:srgbClr val="000000"/>
              </a:solidFill>
              <a:latin typeface="Outfit" panose="020B0604020202020204" charset="0"/>
              <a:ea typeface="Outfit"/>
              <a:cs typeface="Outfit"/>
              <a:sym typeface="Outfit"/>
            </a:endParaRPr>
          </a:p>
          <a:p>
            <a:pPr marL="831851" lvl="2" indent="-215900">
              <a:lnSpc>
                <a:spcPts val="28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Nunc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viverra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imperdiet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enim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Fusce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est.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Vivamus</a:t>
            </a:r>
            <a:r>
              <a:rPr lang="en-US" sz="1600" dirty="0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tellus</a:t>
            </a:r>
            <a:endParaRPr lang="en-US" sz="1600" dirty="0">
              <a:solidFill>
                <a:srgbClr val="000000"/>
              </a:solidFill>
              <a:latin typeface="Outfit" panose="020B0604020202020204" charset="0"/>
              <a:ea typeface="Outfit"/>
              <a:cs typeface="Outfit"/>
              <a:sym typeface="Outfit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8DFE2AFA-0667-46FD-8EEC-4FA0611CCB26}"/>
              </a:ext>
            </a:extLst>
          </p:cNvPr>
          <p:cNvSpPr/>
          <p:nvPr/>
        </p:nvSpPr>
        <p:spPr>
          <a:xfrm>
            <a:off x="9601200" y="2857500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6705" y="95494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426063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 rot="-455416">
            <a:off x="8566502" y="5304675"/>
            <a:ext cx="729692" cy="41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6"/>
              </a:lnSpc>
              <a:spcBef>
                <a:spcPct val="0"/>
              </a:spcBef>
            </a:pPr>
            <a:r>
              <a:rPr lang="en-US" sz="1600" b="1" spc="-92">
                <a:solidFill>
                  <a:srgbClr val="FFFFFF"/>
                </a:solidFill>
                <a:latin typeface="Outfit" panose="020B0604020202020204" charset="0"/>
                <a:ea typeface="Poppins Semi-Bold"/>
                <a:cs typeface="Poppins Semi-Bold"/>
                <a:sym typeface="Poppins Semi-Bold"/>
              </a:rPr>
              <a:t>30%</a:t>
            </a:r>
          </a:p>
        </p:txBody>
      </p:sp>
      <p:sp>
        <p:nvSpPr>
          <p:cNvPr id="12" name="Freeform 12"/>
          <p:cNvSpPr/>
          <p:nvPr/>
        </p:nvSpPr>
        <p:spPr>
          <a:xfrm>
            <a:off x="5550101" y="1611148"/>
            <a:ext cx="7187797" cy="7269580"/>
          </a:xfrm>
          <a:custGeom>
            <a:avLst/>
            <a:gdLst/>
            <a:ahLst/>
            <a:cxnLst/>
            <a:rect l="l" t="t" r="r" b="b"/>
            <a:pathLst>
              <a:path w="7187797" h="7269580">
                <a:moveTo>
                  <a:pt x="0" y="0"/>
                </a:moveTo>
                <a:lnTo>
                  <a:pt x="7187796" y="0"/>
                </a:lnTo>
                <a:lnTo>
                  <a:pt x="7187796" y="7269580"/>
                </a:lnTo>
                <a:lnTo>
                  <a:pt x="0" y="7269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743118" y="3085884"/>
            <a:ext cx="1769226" cy="2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Startup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30854" y="5625394"/>
            <a:ext cx="1769226" cy="2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Expansion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0817" y="7314518"/>
            <a:ext cx="1769226" cy="2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Maturity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09027" y="5625394"/>
            <a:ext cx="1769226" cy="2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Diversification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83763" y="3047611"/>
            <a:ext cx="1769226" cy="2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Renewal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75842" y="4991100"/>
            <a:ext cx="1499177" cy="58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00" b="1" spc="-10" dirty="0">
                <a:solidFill>
                  <a:srgbClr val="491188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Business 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00" b="1" spc="-10" dirty="0">
                <a:solidFill>
                  <a:srgbClr val="491188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Growth Cycle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55289" y="2662200"/>
            <a:ext cx="744883" cy="33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43025" y="5201710"/>
            <a:ext cx="744883" cy="33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2989" y="6890834"/>
            <a:ext cx="744883" cy="33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21198" y="5201710"/>
            <a:ext cx="744883" cy="33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95935" y="2623927"/>
            <a:ext cx="744883" cy="33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1600" b="1">
                <a:solidFill>
                  <a:srgbClr val="F4F4F4"/>
                </a:solidFill>
                <a:latin typeface="Outfit" panose="020B0604020202020204" charset="0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39995" y="3475193"/>
            <a:ext cx="1575472" cy="57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600" dirty="0">
                <a:solidFill>
                  <a:srgbClr val="F4F4F4"/>
                </a:solidFill>
                <a:latin typeface="Outfit" panose="020B0604020202020204" charset="0"/>
                <a:ea typeface="Montserrat"/>
                <a:cs typeface="Montserrat"/>
                <a:sym typeface="Montserrat"/>
              </a:rPr>
              <a:t>Establishing the business foundation.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27731" y="6014703"/>
            <a:ext cx="1575472" cy="57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600">
                <a:solidFill>
                  <a:srgbClr val="F4F4F4"/>
                </a:solidFill>
                <a:latin typeface="Outfit" panose="020B0604020202020204" charset="0"/>
                <a:ea typeface="Montserrat"/>
                <a:cs typeface="Montserrat"/>
                <a:sym typeface="Montserrat"/>
              </a:rPr>
              <a:t>Scaling operations and market reach.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37694" y="7703827"/>
            <a:ext cx="1575472" cy="57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600">
                <a:solidFill>
                  <a:srgbClr val="F4F4F4"/>
                </a:solidFill>
                <a:latin typeface="Outfit" panose="020B0604020202020204" charset="0"/>
                <a:ea typeface="Montserrat"/>
                <a:cs typeface="Montserrat"/>
                <a:sym typeface="Montserrat"/>
              </a:rPr>
              <a:t>Achieving steady performance and profits.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05904" y="6014703"/>
            <a:ext cx="1575472" cy="38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600">
                <a:solidFill>
                  <a:srgbClr val="F4F4F4"/>
                </a:solidFill>
                <a:latin typeface="Outfit" panose="020B0604020202020204" charset="0"/>
                <a:ea typeface="Montserrat"/>
                <a:cs typeface="Montserrat"/>
                <a:sym typeface="Montserrat"/>
              </a:rPr>
              <a:t>Exploring new opportunities.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80640" y="3436919"/>
            <a:ext cx="1575472" cy="57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600" dirty="0">
                <a:solidFill>
                  <a:srgbClr val="F4F4F4"/>
                </a:solidFill>
                <a:latin typeface="Outfit" panose="020B0604020202020204" charset="0"/>
                <a:ea typeface="Montserrat"/>
                <a:cs typeface="Montserrat"/>
                <a:sym typeface="Montserrat"/>
              </a:rPr>
              <a:t>Adapting to maintain competitiveness.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1461010"/>
            <a:ext cx="55245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5-step Cycle Chart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082B-DD6B-5041-058B-8B6D5748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DB1196C-4007-69E4-0AD0-8900F456F6A1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631CCFF-C6BD-9B6B-5C77-4631DE7D51D4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E593A15-46D2-1F35-4882-8D844A616F52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B12C2EE-8B0B-BE9A-0F72-7FB101DBED74}"/>
              </a:ext>
            </a:extLst>
          </p:cNvPr>
          <p:cNvSpPr txBox="1"/>
          <p:nvPr/>
        </p:nvSpPr>
        <p:spPr>
          <a:xfrm>
            <a:off x="1256705" y="95494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E6C9302-8EBA-35BF-11FB-BD50BA2DCF8E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1667598-5660-D3A5-2539-64EE5E359F42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5F847B-7594-A917-F951-B16BEECADA4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E0CE6C6-0198-0A90-BE15-29A681331B91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1842DA9-97CB-9F60-6714-0DB680D1F125}"/>
              </a:ext>
            </a:extLst>
          </p:cNvPr>
          <p:cNvSpPr txBox="1"/>
          <p:nvPr/>
        </p:nvSpPr>
        <p:spPr>
          <a:xfrm>
            <a:off x="1028700" y="426063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B16EABE-0C70-65E7-B152-B0379416505F}"/>
              </a:ext>
            </a:extLst>
          </p:cNvPr>
          <p:cNvSpPr txBox="1"/>
          <p:nvPr/>
        </p:nvSpPr>
        <p:spPr>
          <a:xfrm>
            <a:off x="1028700" y="1461010"/>
            <a:ext cx="70485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Custom graph with Text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7A93618-93FA-6F5E-A685-2CDD1AE2EA0E}"/>
              </a:ext>
            </a:extLst>
          </p:cNvPr>
          <p:cNvSpPr/>
          <p:nvPr/>
        </p:nvSpPr>
        <p:spPr>
          <a:xfrm rot="3625312">
            <a:off x="2348968" y="4325350"/>
            <a:ext cx="2266312" cy="2346245"/>
          </a:xfrm>
          <a:custGeom>
            <a:avLst/>
            <a:gdLst>
              <a:gd name="connsiteX0" fmla="*/ 1607820 w 2196465"/>
              <a:gd name="connsiteY0" fmla="*/ 0 h 2273934"/>
              <a:gd name="connsiteX1" fmla="*/ 1607820 w 2196465"/>
              <a:gd name="connsiteY1" fmla="*/ 0 h 2273934"/>
              <a:gd name="connsiteX2" fmla="*/ 0 w 2196465"/>
              <a:gd name="connsiteY2" fmla="*/ 1607820 h 2273934"/>
              <a:gd name="connsiteX3" fmla="*/ 470535 w 2196465"/>
              <a:gd name="connsiteY3" fmla="*/ 1969770 h 2273934"/>
              <a:gd name="connsiteX4" fmla="*/ 1019175 w 2196465"/>
              <a:gd name="connsiteY4" fmla="*/ 2197100 h 2273934"/>
              <a:gd name="connsiteX5" fmla="*/ 1607820 w 2196465"/>
              <a:gd name="connsiteY5" fmla="*/ 2273935 h 2273934"/>
              <a:gd name="connsiteX6" fmla="*/ 2196465 w 2196465"/>
              <a:gd name="connsiteY6" fmla="*/ 2197100 h 2273934"/>
              <a:gd name="connsiteX7" fmla="*/ 1607820 w 2196465"/>
              <a:gd name="connsiteY7" fmla="*/ 0 h 227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6465" h="2273934">
                <a:moveTo>
                  <a:pt x="1607820" y="0"/>
                </a:moveTo>
                <a:lnTo>
                  <a:pt x="1607820" y="0"/>
                </a:lnTo>
                <a:lnTo>
                  <a:pt x="0" y="1607820"/>
                </a:lnTo>
                <a:cubicBezTo>
                  <a:pt x="140335" y="1748155"/>
                  <a:pt x="298450" y="1869440"/>
                  <a:pt x="470535" y="1969770"/>
                </a:cubicBezTo>
                <a:cubicBezTo>
                  <a:pt x="640715" y="2068195"/>
                  <a:pt x="824865" y="2145030"/>
                  <a:pt x="1019175" y="2197100"/>
                </a:cubicBezTo>
                <a:cubicBezTo>
                  <a:pt x="1207135" y="2247265"/>
                  <a:pt x="1403985" y="2273935"/>
                  <a:pt x="1607820" y="2273935"/>
                </a:cubicBezTo>
                <a:cubicBezTo>
                  <a:pt x="1811655" y="2273935"/>
                  <a:pt x="2008505" y="2247265"/>
                  <a:pt x="2196465" y="2197100"/>
                </a:cubicBezTo>
                <a:lnTo>
                  <a:pt x="1607820" y="0"/>
                </a:lnTo>
                <a:close/>
              </a:path>
            </a:pathLst>
          </a:custGeom>
          <a:solidFill>
            <a:schemeClr val="accent3"/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B5061F-B003-D18E-0BAC-169F014371C8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CE5F06A-9C53-4EA0-0E01-AA96580D2E1F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28721AB-E807-BD06-717A-10FEC0979BE2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2C6D555-3F88-83D3-24DC-D629A8F44CE4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0CA5105-BF65-4241-FA84-1A963C666836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0920AF4-1576-CB4E-82BE-656DD9CF2CF1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330C0C6-9785-640F-255F-755094E69D47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AAE6881-E5CC-EDEA-2FB4-88C7C78E89E5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091B562-5CF9-67F3-169C-5756A9287C65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841BBA1-94AF-EF22-EB75-EC89798E47FE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E3DD31A-B13E-03DF-652C-7A3921A6923B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9B3899B-3B09-D412-C0C2-15555831B182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E4CE6C4-C9E4-0B22-8287-69B2EE9BD92A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B3CE2B2-2846-AD78-8F6D-E51DD0F2440F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1D8F582-FCB4-8A7F-E01A-59772A1CC5A0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88FB6B5-42C0-0237-2C63-FC3B0CC0EED8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46C0354-B2C3-31B9-C735-C0DD1DD73849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BD291BF-F529-4143-4DFA-BE047B9E128F}"/>
              </a:ext>
            </a:extLst>
          </p:cNvPr>
          <p:cNvSpPr/>
          <p:nvPr/>
        </p:nvSpPr>
        <p:spPr>
          <a:xfrm>
            <a:off x="4676063" y="5436528"/>
            <a:ext cx="5344" cy="5344"/>
          </a:xfrm>
          <a:custGeom>
            <a:avLst/>
            <a:gdLst>
              <a:gd name="connsiteX0" fmla="*/ 0 w 6350"/>
              <a:gd name="connsiteY0" fmla="*/ 0 h 6350"/>
              <a:gd name="connsiteX1" fmla="*/ 0 w 6350"/>
              <a:gd name="connsiteY1" fmla="*/ 0 h 6350"/>
              <a:gd name="connsiteX2" fmla="*/ 0 w 6350"/>
              <a:gd name="connsiteY2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" h="635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AB1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22134D3-0D2C-9B2D-45EF-A6AC7D3FE51C}"/>
              </a:ext>
            </a:extLst>
          </p:cNvPr>
          <p:cNvSpPr/>
          <p:nvPr/>
        </p:nvSpPr>
        <p:spPr>
          <a:xfrm>
            <a:off x="3357636" y="5442218"/>
            <a:ext cx="1806873" cy="1870601"/>
          </a:xfrm>
          <a:custGeom>
            <a:avLst/>
            <a:gdLst>
              <a:gd name="connsiteX0" fmla="*/ 1607820 w 2196465"/>
              <a:gd name="connsiteY0" fmla="*/ 0 h 2273934"/>
              <a:gd name="connsiteX1" fmla="*/ 1607820 w 2196465"/>
              <a:gd name="connsiteY1" fmla="*/ 0 h 2273934"/>
              <a:gd name="connsiteX2" fmla="*/ 0 w 2196465"/>
              <a:gd name="connsiteY2" fmla="*/ 1607820 h 2273934"/>
              <a:gd name="connsiteX3" fmla="*/ 470535 w 2196465"/>
              <a:gd name="connsiteY3" fmla="*/ 1969770 h 2273934"/>
              <a:gd name="connsiteX4" fmla="*/ 1019175 w 2196465"/>
              <a:gd name="connsiteY4" fmla="*/ 2197100 h 2273934"/>
              <a:gd name="connsiteX5" fmla="*/ 1607820 w 2196465"/>
              <a:gd name="connsiteY5" fmla="*/ 2273935 h 2273934"/>
              <a:gd name="connsiteX6" fmla="*/ 2196465 w 2196465"/>
              <a:gd name="connsiteY6" fmla="*/ 2197100 h 2273934"/>
              <a:gd name="connsiteX7" fmla="*/ 1607820 w 2196465"/>
              <a:gd name="connsiteY7" fmla="*/ 0 h 227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6465" h="2273934">
                <a:moveTo>
                  <a:pt x="1607820" y="0"/>
                </a:moveTo>
                <a:lnTo>
                  <a:pt x="1607820" y="0"/>
                </a:lnTo>
                <a:lnTo>
                  <a:pt x="0" y="1607820"/>
                </a:lnTo>
                <a:cubicBezTo>
                  <a:pt x="140335" y="1748155"/>
                  <a:pt x="298450" y="1869440"/>
                  <a:pt x="470535" y="1969770"/>
                </a:cubicBezTo>
                <a:cubicBezTo>
                  <a:pt x="640715" y="2068195"/>
                  <a:pt x="824865" y="2145030"/>
                  <a:pt x="1019175" y="2197100"/>
                </a:cubicBezTo>
                <a:cubicBezTo>
                  <a:pt x="1207135" y="2247265"/>
                  <a:pt x="1403985" y="2273935"/>
                  <a:pt x="1607820" y="2273935"/>
                </a:cubicBezTo>
                <a:cubicBezTo>
                  <a:pt x="1811655" y="2273935"/>
                  <a:pt x="2008505" y="2247265"/>
                  <a:pt x="2196465" y="2197100"/>
                </a:cubicBezTo>
                <a:lnTo>
                  <a:pt x="1607820" y="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F87DCD2-8287-0438-8BAA-3C13F1199DE9}"/>
              </a:ext>
            </a:extLst>
          </p:cNvPr>
          <p:cNvSpPr/>
          <p:nvPr/>
        </p:nvSpPr>
        <p:spPr>
          <a:xfrm>
            <a:off x="4676063" y="5436528"/>
            <a:ext cx="1587713" cy="1587713"/>
          </a:xfrm>
          <a:custGeom>
            <a:avLst/>
            <a:gdLst>
              <a:gd name="connsiteX0" fmla="*/ 0 w 1886584"/>
              <a:gd name="connsiteY0" fmla="*/ 0 h 1886584"/>
              <a:gd name="connsiteX1" fmla="*/ 0 w 1886584"/>
              <a:gd name="connsiteY1" fmla="*/ 0 h 1886584"/>
              <a:gd name="connsiteX2" fmla="*/ 0 w 1886584"/>
              <a:gd name="connsiteY2" fmla="*/ 0 h 1886584"/>
              <a:gd name="connsiteX3" fmla="*/ 505460 w 1886584"/>
              <a:gd name="connsiteY3" fmla="*/ 1886585 h 1886584"/>
              <a:gd name="connsiteX4" fmla="*/ 976630 w 1886584"/>
              <a:gd name="connsiteY4" fmla="*/ 1691640 h 1886584"/>
              <a:gd name="connsiteX5" fmla="*/ 1381125 w 1886584"/>
              <a:gd name="connsiteY5" fmla="*/ 1381125 h 1886584"/>
              <a:gd name="connsiteX6" fmla="*/ 1691640 w 1886584"/>
              <a:gd name="connsiteY6" fmla="*/ 976630 h 1886584"/>
              <a:gd name="connsiteX7" fmla="*/ 1886585 w 1886584"/>
              <a:gd name="connsiteY7" fmla="*/ 505460 h 1886584"/>
              <a:gd name="connsiteX8" fmla="*/ 0 w 1886584"/>
              <a:gd name="connsiteY8" fmla="*/ 0 h 188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584" h="1886584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505460" y="1886585"/>
                </a:lnTo>
                <a:cubicBezTo>
                  <a:pt x="672465" y="1842135"/>
                  <a:pt x="830580" y="1776095"/>
                  <a:pt x="976630" y="1691640"/>
                </a:cubicBezTo>
                <a:cubicBezTo>
                  <a:pt x="1124585" y="1605915"/>
                  <a:pt x="1260475" y="1501140"/>
                  <a:pt x="1381125" y="1381125"/>
                </a:cubicBezTo>
                <a:cubicBezTo>
                  <a:pt x="1501140" y="1261110"/>
                  <a:pt x="1605915" y="1125220"/>
                  <a:pt x="1691640" y="976630"/>
                </a:cubicBezTo>
                <a:cubicBezTo>
                  <a:pt x="1776095" y="830580"/>
                  <a:pt x="1842135" y="672465"/>
                  <a:pt x="1886585" y="50546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F9B31C5-A16A-EBAA-A420-5D00ED3EC1F8}"/>
              </a:ext>
            </a:extLst>
          </p:cNvPr>
          <p:cNvSpPr/>
          <p:nvPr/>
        </p:nvSpPr>
        <p:spPr>
          <a:xfrm>
            <a:off x="4676063" y="4027838"/>
            <a:ext cx="1991731" cy="1924389"/>
          </a:xfrm>
          <a:custGeom>
            <a:avLst/>
            <a:gdLst>
              <a:gd name="connsiteX0" fmla="*/ 2287270 w 2366655"/>
              <a:gd name="connsiteY0" fmla="*/ 1061085 h 2286635"/>
              <a:gd name="connsiteX1" fmla="*/ 2050415 w 2366655"/>
              <a:gd name="connsiteY1" fmla="*/ 490220 h 2286635"/>
              <a:gd name="connsiteX2" fmla="*/ 1673860 w 2366655"/>
              <a:gd name="connsiteY2" fmla="*/ 0 h 2286635"/>
              <a:gd name="connsiteX3" fmla="*/ 0 w 2366655"/>
              <a:gd name="connsiteY3" fmla="*/ 1673860 h 2286635"/>
              <a:gd name="connsiteX4" fmla="*/ 0 w 2366655"/>
              <a:gd name="connsiteY4" fmla="*/ 1673860 h 2286635"/>
              <a:gd name="connsiteX5" fmla="*/ 0 w 2366655"/>
              <a:gd name="connsiteY5" fmla="*/ 1673860 h 2286635"/>
              <a:gd name="connsiteX6" fmla="*/ 2286635 w 2366655"/>
              <a:gd name="connsiteY6" fmla="*/ 2286635 h 2286635"/>
              <a:gd name="connsiteX7" fmla="*/ 2366645 w 2366655"/>
              <a:gd name="connsiteY7" fmla="*/ 1673860 h 2286635"/>
              <a:gd name="connsiteX8" fmla="*/ 2287270 w 2366655"/>
              <a:gd name="connsiteY8" fmla="*/ 1061085 h 2286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6655" h="2286635">
                <a:moveTo>
                  <a:pt x="2287270" y="1061085"/>
                </a:moveTo>
                <a:cubicBezTo>
                  <a:pt x="2233295" y="858520"/>
                  <a:pt x="2153285" y="667385"/>
                  <a:pt x="2050415" y="490220"/>
                </a:cubicBezTo>
                <a:cubicBezTo>
                  <a:pt x="1946275" y="310515"/>
                  <a:pt x="1819910" y="146050"/>
                  <a:pt x="1673860" y="0"/>
                </a:cubicBezTo>
                <a:lnTo>
                  <a:pt x="0" y="1673860"/>
                </a:lnTo>
                <a:lnTo>
                  <a:pt x="0" y="1673860"/>
                </a:lnTo>
                <a:lnTo>
                  <a:pt x="0" y="1673860"/>
                </a:lnTo>
                <a:lnTo>
                  <a:pt x="2286635" y="2286635"/>
                </a:lnTo>
                <a:cubicBezTo>
                  <a:pt x="2338705" y="2091055"/>
                  <a:pt x="2366645" y="1885950"/>
                  <a:pt x="2366645" y="1673860"/>
                </a:cubicBezTo>
                <a:cubicBezTo>
                  <a:pt x="2367280" y="1461770"/>
                  <a:pt x="2339340" y="1256665"/>
                  <a:pt x="2287270" y="106108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>
            <a:solidFill>
              <a:schemeClr val="accent6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2F14F0D-D02D-81B7-4196-453F483ABB73}"/>
              </a:ext>
            </a:extLst>
          </p:cNvPr>
          <p:cNvSpPr/>
          <p:nvPr/>
        </p:nvSpPr>
        <p:spPr>
          <a:xfrm>
            <a:off x="2232234" y="2993232"/>
            <a:ext cx="2443295" cy="2443829"/>
          </a:xfrm>
          <a:custGeom>
            <a:avLst/>
            <a:gdLst>
              <a:gd name="connsiteX0" fmla="*/ 2125980 w 2903220"/>
              <a:gd name="connsiteY0" fmla="*/ 0 h 2903855"/>
              <a:gd name="connsiteX1" fmla="*/ 1400810 w 2903220"/>
              <a:gd name="connsiteY1" fmla="*/ 300355 h 2903855"/>
              <a:gd name="connsiteX2" fmla="*/ 778510 w 2903220"/>
              <a:gd name="connsiteY2" fmla="*/ 778510 h 2903855"/>
              <a:gd name="connsiteX3" fmla="*/ 300355 w 2903220"/>
              <a:gd name="connsiteY3" fmla="*/ 1400810 h 2903855"/>
              <a:gd name="connsiteX4" fmla="*/ 0 w 2903220"/>
              <a:gd name="connsiteY4" fmla="*/ 2125980 h 2903855"/>
              <a:gd name="connsiteX5" fmla="*/ 2903220 w 2903220"/>
              <a:gd name="connsiteY5" fmla="*/ 2903855 h 2903855"/>
              <a:gd name="connsiteX6" fmla="*/ 2903220 w 2903220"/>
              <a:gd name="connsiteY6" fmla="*/ 2903855 h 2903855"/>
              <a:gd name="connsiteX7" fmla="*/ 2125980 w 2903220"/>
              <a:gd name="connsiteY7" fmla="*/ 0 h 290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3220" h="2903855">
                <a:moveTo>
                  <a:pt x="2125980" y="0"/>
                </a:moveTo>
                <a:cubicBezTo>
                  <a:pt x="1869440" y="68580"/>
                  <a:pt x="1626235" y="170180"/>
                  <a:pt x="1400810" y="300355"/>
                </a:cubicBezTo>
                <a:cubicBezTo>
                  <a:pt x="1172845" y="432435"/>
                  <a:pt x="963930" y="593090"/>
                  <a:pt x="778510" y="778510"/>
                </a:cubicBezTo>
                <a:cubicBezTo>
                  <a:pt x="593725" y="963295"/>
                  <a:pt x="432435" y="1172845"/>
                  <a:pt x="300355" y="1400810"/>
                </a:cubicBezTo>
                <a:cubicBezTo>
                  <a:pt x="170180" y="1625600"/>
                  <a:pt x="68580" y="1868805"/>
                  <a:pt x="0" y="2125980"/>
                </a:cubicBezTo>
                <a:lnTo>
                  <a:pt x="2903220" y="2903855"/>
                </a:lnTo>
                <a:lnTo>
                  <a:pt x="2903220" y="2903855"/>
                </a:lnTo>
                <a:lnTo>
                  <a:pt x="2125980" y="0"/>
                </a:lnTo>
                <a:close/>
              </a:path>
            </a:pathLst>
          </a:custGeom>
          <a:solidFill>
            <a:schemeClr val="tx2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9B72F7A1-8236-8D6A-F56E-FE15ABCF4B42}"/>
              </a:ext>
            </a:extLst>
          </p:cNvPr>
          <p:cNvSpPr/>
          <p:nvPr/>
        </p:nvSpPr>
        <p:spPr>
          <a:xfrm>
            <a:off x="4122421" y="3297308"/>
            <a:ext cx="2066004" cy="2138684"/>
          </a:xfrm>
          <a:custGeom>
            <a:avLst/>
            <a:gdLst>
              <a:gd name="connsiteX0" fmla="*/ 1928495 w 2454909"/>
              <a:gd name="connsiteY0" fmla="*/ 340360 h 2541269"/>
              <a:gd name="connsiteX1" fmla="*/ 1315720 w 2454909"/>
              <a:gd name="connsiteY1" fmla="*/ 86360 h 2541269"/>
              <a:gd name="connsiteX2" fmla="*/ 657860 w 2454909"/>
              <a:gd name="connsiteY2" fmla="*/ 0 h 2541269"/>
              <a:gd name="connsiteX3" fmla="*/ 0 w 2454909"/>
              <a:gd name="connsiteY3" fmla="*/ 86360 h 2541269"/>
              <a:gd name="connsiteX4" fmla="*/ 657860 w 2454909"/>
              <a:gd name="connsiteY4" fmla="*/ 2541270 h 2541269"/>
              <a:gd name="connsiteX5" fmla="*/ 2454910 w 2454909"/>
              <a:gd name="connsiteY5" fmla="*/ 744220 h 2541269"/>
              <a:gd name="connsiteX6" fmla="*/ 1928495 w 2454909"/>
              <a:gd name="connsiteY6" fmla="*/ 340360 h 254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4909" h="2541269">
                <a:moveTo>
                  <a:pt x="1928495" y="340360"/>
                </a:moveTo>
                <a:cubicBezTo>
                  <a:pt x="1738630" y="230505"/>
                  <a:pt x="1532890" y="144145"/>
                  <a:pt x="1315720" y="86360"/>
                </a:cubicBezTo>
                <a:cubicBezTo>
                  <a:pt x="1106170" y="30480"/>
                  <a:pt x="885190" y="0"/>
                  <a:pt x="657860" y="0"/>
                </a:cubicBezTo>
                <a:cubicBezTo>
                  <a:pt x="430530" y="0"/>
                  <a:pt x="209550" y="29845"/>
                  <a:pt x="0" y="86360"/>
                </a:cubicBezTo>
                <a:lnTo>
                  <a:pt x="657860" y="2541270"/>
                </a:lnTo>
                <a:lnTo>
                  <a:pt x="2454910" y="744220"/>
                </a:lnTo>
                <a:cubicBezTo>
                  <a:pt x="2298065" y="588645"/>
                  <a:pt x="2121535" y="452120"/>
                  <a:pt x="1928495" y="340360"/>
                </a:cubicBezTo>
                <a:close/>
              </a:path>
            </a:pathLst>
          </a:custGeom>
          <a:solidFill>
            <a:schemeClr val="accent5"/>
          </a:solidFill>
          <a:ln w="12700" cap="flat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4" name="Graphic 5">
            <a:extLst>
              <a:ext uri="{FF2B5EF4-FFF2-40B4-BE49-F238E27FC236}">
                <a16:creationId xmlns:a16="http://schemas.microsoft.com/office/drawing/2014/main" id="{FBAF8B15-0F76-63AA-7BAD-B285C7E0FB36}"/>
              </a:ext>
            </a:extLst>
          </p:cNvPr>
          <p:cNvGrpSpPr/>
          <p:nvPr/>
        </p:nvGrpSpPr>
        <p:grpSpPr>
          <a:xfrm>
            <a:off x="4040486" y="4849218"/>
            <a:ext cx="1272046" cy="1228594"/>
            <a:chOff x="5318562" y="2914650"/>
            <a:chExt cx="1511497" cy="1459864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FA4F9E9-F833-3203-5AD0-5089CD4B9FDC}"/>
                </a:ext>
              </a:extLst>
            </p:cNvPr>
            <p:cNvSpPr/>
            <p:nvPr/>
          </p:nvSpPr>
          <p:spPr>
            <a:xfrm>
              <a:off x="6272529" y="4353559"/>
              <a:ext cx="1904" cy="635"/>
            </a:xfrm>
            <a:custGeom>
              <a:avLst/>
              <a:gdLst>
                <a:gd name="connsiteX0" fmla="*/ 1905 w 1904"/>
                <a:gd name="connsiteY0" fmla="*/ 0 h 635"/>
                <a:gd name="connsiteX1" fmla="*/ 0 w 1904"/>
                <a:gd name="connsiteY1" fmla="*/ 635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4" h="635">
                  <a:moveTo>
                    <a:pt x="1905" y="0"/>
                  </a:moveTo>
                  <a:cubicBezTo>
                    <a:pt x="1270" y="0"/>
                    <a:pt x="635" y="635"/>
                    <a:pt x="0" y="635"/>
                  </a:cubicBezTo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662950-EB3B-2528-8B5A-D0CA881352B8}"/>
                </a:ext>
              </a:extLst>
            </p:cNvPr>
            <p:cNvSpPr/>
            <p:nvPr/>
          </p:nvSpPr>
          <p:spPr>
            <a:xfrm>
              <a:off x="6073775" y="3100070"/>
              <a:ext cx="512444" cy="512445"/>
            </a:xfrm>
            <a:custGeom>
              <a:avLst/>
              <a:gdLst>
                <a:gd name="connsiteX0" fmla="*/ 0 w 512444"/>
                <a:gd name="connsiteY0" fmla="*/ 512445 h 512445"/>
                <a:gd name="connsiteX1" fmla="*/ 512445 w 512444"/>
                <a:gd name="connsiteY1" fmla="*/ 0 h 512445"/>
                <a:gd name="connsiteX2" fmla="*/ 512445 w 512444"/>
                <a:gd name="connsiteY2" fmla="*/ 0 h 512445"/>
                <a:gd name="connsiteX3" fmla="*/ 0 w 512444"/>
                <a:gd name="connsiteY3" fmla="*/ 512445 h 512445"/>
                <a:gd name="connsiteX4" fmla="*/ 0 w 512444"/>
                <a:gd name="connsiteY4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4" h="512445">
                  <a:moveTo>
                    <a:pt x="0" y="512445"/>
                  </a:moveTo>
                  <a:lnTo>
                    <a:pt x="512445" y="0"/>
                  </a:lnTo>
                  <a:cubicBezTo>
                    <a:pt x="512445" y="0"/>
                    <a:pt x="512445" y="0"/>
                    <a:pt x="512445" y="0"/>
                  </a:cubicBezTo>
                  <a:lnTo>
                    <a:pt x="0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0907AF7-5407-8112-0664-122CD71B1639}"/>
                </a:ext>
              </a:extLst>
            </p:cNvPr>
            <p:cNvSpPr/>
            <p:nvPr/>
          </p:nvSpPr>
          <p:spPr>
            <a:xfrm>
              <a:off x="6073775" y="3612515"/>
              <a:ext cx="6350" cy="6350"/>
            </a:xfrm>
            <a:custGeom>
              <a:avLst/>
              <a:gdLst>
                <a:gd name="connsiteX0" fmla="*/ 0 w 6350"/>
                <a:gd name="connsiteY0" fmla="*/ 0 h 6350"/>
                <a:gd name="connsiteX1" fmla="*/ 0 w 6350"/>
                <a:gd name="connsiteY1" fmla="*/ 0 h 6350"/>
                <a:gd name="connsiteX2" fmla="*/ 0 w 6350"/>
                <a:gd name="connsiteY2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0" h="635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22C5098-B127-9E73-65C4-A4F52D0EF72F}"/>
                </a:ext>
              </a:extLst>
            </p:cNvPr>
            <p:cNvSpPr/>
            <p:nvPr/>
          </p:nvSpPr>
          <p:spPr>
            <a:xfrm>
              <a:off x="5401309" y="3432175"/>
              <a:ext cx="672465" cy="180340"/>
            </a:xfrm>
            <a:custGeom>
              <a:avLst/>
              <a:gdLst>
                <a:gd name="connsiteX0" fmla="*/ 672465 w 672465"/>
                <a:gd name="connsiteY0" fmla="*/ 180340 h 180340"/>
                <a:gd name="connsiteX1" fmla="*/ 672465 w 672465"/>
                <a:gd name="connsiteY1" fmla="*/ 180340 h 180340"/>
                <a:gd name="connsiteX2" fmla="*/ 672465 w 672465"/>
                <a:gd name="connsiteY2" fmla="*/ 180340 h 180340"/>
                <a:gd name="connsiteX3" fmla="*/ 672465 w 672465"/>
                <a:gd name="connsiteY3" fmla="*/ 180340 h 180340"/>
                <a:gd name="connsiteX4" fmla="*/ 672465 w 672465"/>
                <a:gd name="connsiteY4" fmla="*/ 180340 h 180340"/>
                <a:gd name="connsiteX5" fmla="*/ 0 w 672465"/>
                <a:gd name="connsiteY5" fmla="*/ 0 h 180340"/>
                <a:gd name="connsiteX6" fmla="*/ 0 w 672465"/>
                <a:gd name="connsiteY6" fmla="*/ 0 h 180340"/>
                <a:gd name="connsiteX7" fmla="*/ 672465 w 672465"/>
                <a:gd name="connsiteY7" fmla="*/ 180340 h 180340"/>
                <a:gd name="connsiteX8" fmla="*/ 672465 w 672465"/>
                <a:gd name="connsiteY8" fmla="*/ 180340 h 18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2465" h="180340">
                  <a:moveTo>
                    <a:pt x="672465" y="180340"/>
                  </a:moveTo>
                  <a:lnTo>
                    <a:pt x="672465" y="180340"/>
                  </a:lnTo>
                  <a:lnTo>
                    <a:pt x="672465" y="180340"/>
                  </a:lnTo>
                  <a:lnTo>
                    <a:pt x="672465" y="180340"/>
                  </a:lnTo>
                  <a:lnTo>
                    <a:pt x="672465" y="18034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672465" y="180340"/>
                  </a:lnTo>
                  <a:lnTo>
                    <a:pt x="672465" y="180340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BAA631D-7E5C-005E-1CE7-40A549700AA6}"/>
                </a:ext>
              </a:extLst>
            </p:cNvPr>
            <p:cNvSpPr/>
            <p:nvPr/>
          </p:nvSpPr>
          <p:spPr>
            <a:xfrm>
              <a:off x="5556250" y="3613784"/>
              <a:ext cx="716279" cy="760730"/>
            </a:xfrm>
            <a:custGeom>
              <a:avLst/>
              <a:gdLst>
                <a:gd name="connsiteX0" fmla="*/ 716280 w 716279"/>
                <a:gd name="connsiteY0" fmla="*/ 739775 h 760730"/>
                <a:gd name="connsiteX1" fmla="*/ 543560 w 716279"/>
                <a:gd name="connsiteY1" fmla="*/ 760730 h 760730"/>
                <a:gd name="connsiteX2" fmla="*/ 0 w 716279"/>
                <a:gd name="connsiteY2" fmla="*/ 517525 h 760730"/>
                <a:gd name="connsiteX3" fmla="*/ 517525 w 716279"/>
                <a:gd name="connsiteY3" fmla="*/ 0 h 760730"/>
                <a:gd name="connsiteX4" fmla="*/ 716280 w 716279"/>
                <a:gd name="connsiteY4" fmla="*/ 739775 h 76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279" h="760730">
                  <a:moveTo>
                    <a:pt x="716280" y="739775"/>
                  </a:moveTo>
                  <a:cubicBezTo>
                    <a:pt x="661035" y="753110"/>
                    <a:pt x="603250" y="760730"/>
                    <a:pt x="543560" y="760730"/>
                  </a:cubicBezTo>
                  <a:cubicBezTo>
                    <a:pt x="327660" y="760730"/>
                    <a:pt x="133985" y="666750"/>
                    <a:pt x="0" y="517525"/>
                  </a:cubicBezTo>
                  <a:lnTo>
                    <a:pt x="517525" y="0"/>
                  </a:lnTo>
                  <a:lnTo>
                    <a:pt x="716280" y="739775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F98EA55-570C-BFF1-D6DA-ADB7396F477D}"/>
                </a:ext>
              </a:extLst>
            </p:cNvPr>
            <p:cNvSpPr/>
            <p:nvPr/>
          </p:nvSpPr>
          <p:spPr>
            <a:xfrm>
              <a:off x="5556884" y="3613784"/>
              <a:ext cx="517525" cy="517525"/>
            </a:xfrm>
            <a:custGeom>
              <a:avLst/>
              <a:gdLst>
                <a:gd name="connsiteX0" fmla="*/ 517525 w 517525"/>
                <a:gd name="connsiteY0" fmla="*/ 0 h 517525"/>
                <a:gd name="connsiteX1" fmla="*/ 0 w 517525"/>
                <a:gd name="connsiteY1" fmla="*/ 517525 h 517525"/>
                <a:gd name="connsiteX2" fmla="*/ 0 w 517525"/>
                <a:gd name="connsiteY2" fmla="*/ 517525 h 517525"/>
                <a:gd name="connsiteX3" fmla="*/ 517525 w 517525"/>
                <a:gd name="connsiteY3" fmla="*/ 0 h 517525"/>
                <a:gd name="connsiteX4" fmla="*/ 517525 w 517525"/>
                <a:gd name="connsiteY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525" h="517525">
                  <a:moveTo>
                    <a:pt x="517525" y="0"/>
                  </a:moveTo>
                  <a:lnTo>
                    <a:pt x="0" y="517525"/>
                  </a:lnTo>
                  <a:cubicBezTo>
                    <a:pt x="0" y="517525"/>
                    <a:pt x="0" y="517525"/>
                    <a:pt x="0" y="517525"/>
                  </a:cubicBezTo>
                  <a:lnTo>
                    <a:pt x="517525" y="0"/>
                  </a:lnTo>
                  <a:lnTo>
                    <a:pt x="517525" y="0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2EF24D-CFC9-853A-F0C1-7C4F746410B9}"/>
                </a:ext>
              </a:extLst>
            </p:cNvPr>
            <p:cNvSpPr/>
            <p:nvPr/>
          </p:nvSpPr>
          <p:spPr>
            <a:xfrm>
              <a:off x="6073775" y="3612515"/>
              <a:ext cx="1904" cy="634"/>
            </a:xfrm>
            <a:custGeom>
              <a:avLst/>
              <a:gdLst>
                <a:gd name="connsiteX0" fmla="*/ 1905 w 1904"/>
                <a:gd name="connsiteY0" fmla="*/ 0 h 634"/>
                <a:gd name="connsiteX1" fmla="*/ 0 w 1904"/>
                <a:gd name="connsiteY1" fmla="*/ 0 h 634"/>
                <a:gd name="connsiteX2" fmla="*/ 0 w 1904"/>
                <a:gd name="connsiteY2" fmla="*/ 0 h 634"/>
                <a:gd name="connsiteX3" fmla="*/ 0 w 1904"/>
                <a:gd name="connsiteY3" fmla="*/ 0 h 634"/>
                <a:gd name="connsiteX4" fmla="*/ 635 w 1904"/>
                <a:gd name="connsiteY4" fmla="*/ 0 h 634"/>
                <a:gd name="connsiteX5" fmla="*/ 1270 w 1904"/>
                <a:gd name="connsiteY5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4" h="634">
                  <a:moveTo>
                    <a:pt x="1905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35" y="0"/>
                  </a:lnTo>
                  <a:lnTo>
                    <a:pt x="1270" y="635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8655A77-4D66-029C-18E3-99786B340351}"/>
                </a:ext>
              </a:extLst>
            </p:cNvPr>
            <p:cNvSpPr/>
            <p:nvPr/>
          </p:nvSpPr>
          <p:spPr>
            <a:xfrm>
              <a:off x="6074409" y="3612515"/>
              <a:ext cx="635" cy="1269"/>
            </a:xfrm>
            <a:custGeom>
              <a:avLst/>
              <a:gdLst>
                <a:gd name="connsiteX0" fmla="*/ 0 w 635"/>
                <a:gd name="connsiteY0" fmla="*/ 0 h 1269"/>
                <a:gd name="connsiteX1" fmla="*/ 0 w 635"/>
                <a:gd name="connsiteY1" fmla="*/ 1270 h 1269"/>
                <a:gd name="connsiteX2" fmla="*/ 635 w 635"/>
                <a:gd name="connsiteY2" fmla="*/ 635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">
                  <a:moveTo>
                    <a:pt x="0" y="0"/>
                  </a:moveTo>
                  <a:lnTo>
                    <a:pt x="0" y="1270"/>
                  </a:lnTo>
                  <a:lnTo>
                    <a:pt x="635" y="635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57BD037-0529-2E9A-2367-DBBC39DD9C38}"/>
                </a:ext>
              </a:extLst>
            </p:cNvPr>
            <p:cNvSpPr/>
            <p:nvPr/>
          </p:nvSpPr>
          <p:spPr>
            <a:xfrm>
              <a:off x="6074409" y="3613150"/>
              <a:ext cx="736600" cy="741045"/>
            </a:xfrm>
            <a:custGeom>
              <a:avLst/>
              <a:gdLst>
                <a:gd name="connsiteX0" fmla="*/ 1270 w 736600"/>
                <a:gd name="connsiteY0" fmla="*/ 0 h 741045"/>
                <a:gd name="connsiteX1" fmla="*/ 1270 w 736600"/>
                <a:gd name="connsiteY1" fmla="*/ 0 h 741045"/>
                <a:gd name="connsiteX2" fmla="*/ 1270 w 736600"/>
                <a:gd name="connsiteY2" fmla="*/ 0 h 741045"/>
                <a:gd name="connsiteX3" fmla="*/ 635 w 736600"/>
                <a:gd name="connsiteY3" fmla="*/ 0 h 741045"/>
                <a:gd name="connsiteX4" fmla="*/ 1270 w 736600"/>
                <a:gd name="connsiteY4" fmla="*/ 0 h 741045"/>
                <a:gd name="connsiteX5" fmla="*/ 1270 w 736600"/>
                <a:gd name="connsiteY5" fmla="*/ 0 h 741045"/>
                <a:gd name="connsiteX6" fmla="*/ 1270 w 736600"/>
                <a:gd name="connsiteY6" fmla="*/ 0 h 741045"/>
                <a:gd name="connsiteX7" fmla="*/ 0 w 736600"/>
                <a:gd name="connsiteY7" fmla="*/ 1270 h 741045"/>
                <a:gd name="connsiteX8" fmla="*/ 198120 w 736600"/>
                <a:gd name="connsiteY8" fmla="*/ 741045 h 741045"/>
                <a:gd name="connsiteX9" fmla="*/ 200025 w 736600"/>
                <a:gd name="connsiteY9" fmla="*/ 740410 h 741045"/>
                <a:gd name="connsiteX10" fmla="*/ 200025 w 736600"/>
                <a:gd name="connsiteY10" fmla="*/ 739775 h 741045"/>
                <a:gd name="connsiteX11" fmla="*/ 200025 w 736600"/>
                <a:gd name="connsiteY11" fmla="*/ 740410 h 741045"/>
                <a:gd name="connsiteX12" fmla="*/ 736600 w 736600"/>
                <a:gd name="connsiteY12" fmla="*/ 196850 h 741045"/>
                <a:gd name="connsiteX13" fmla="*/ 1270 w 736600"/>
                <a:gd name="connsiteY13" fmla="*/ 0 h 741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36600" h="741045">
                  <a:moveTo>
                    <a:pt x="1270" y="0"/>
                  </a:moveTo>
                  <a:lnTo>
                    <a:pt x="1270" y="0"/>
                  </a:lnTo>
                  <a:lnTo>
                    <a:pt x="1270" y="0"/>
                  </a:lnTo>
                  <a:lnTo>
                    <a:pt x="635" y="0"/>
                  </a:lnTo>
                  <a:lnTo>
                    <a:pt x="1270" y="0"/>
                  </a:lnTo>
                  <a:lnTo>
                    <a:pt x="1270" y="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198120" y="741045"/>
                  </a:lnTo>
                  <a:cubicBezTo>
                    <a:pt x="198755" y="741045"/>
                    <a:pt x="199390" y="741045"/>
                    <a:pt x="200025" y="740410"/>
                  </a:cubicBezTo>
                  <a:lnTo>
                    <a:pt x="200025" y="739775"/>
                  </a:lnTo>
                  <a:lnTo>
                    <a:pt x="200025" y="740410"/>
                  </a:lnTo>
                  <a:cubicBezTo>
                    <a:pt x="466090" y="675005"/>
                    <a:pt x="675005" y="464185"/>
                    <a:pt x="736600" y="196850"/>
                  </a:cubicBezTo>
                  <a:lnTo>
                    <a:pt x="127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9E6C5B1-75B6-B589-AD27-02C84EE42C59}"/>
                </a:ext>
              </a:extLst>
            </p:cNvPr>
            <p:cNvSpPr/>
            <p:nvPr/>
          </p:nvSpPr>
          <p:spPr>
            <a:xfrm>
              <a:off x="6074409" y="3613150"/>
              <a:ext cx="1270" cy="634"/>
            </a:xfrm>
            <a:custGeom>
              <a:avLst/>
              <a:gdLst>
                <a:gd name="connsiteX0" fmla="*/ 1270 w 1270"/>
                <a:gd name="connsiteY0" fmla="*/ 0 h 634"/>
                <a:gd name="connsiteX1" fmla="*/ 1270 w 1270"/>
                <a:gd name="connsiteY1" fmla="*/ 0 h 634"/>
                <a:gd name="connsiteX2" fmla="*/ 1270 w 1270"/>
                <a:gd name="connsiteY2" fmla="*/ 0 h 634"/>
                <a:gd name="connsiteX3" fmla="*/ 635 w 1270"/>
                <a:gd name="connsiteY3" fmla="*/ 0 h 634"/>
                <a:gd name="connsiteX4" fmla="*/ 0 w 1270"/>
                <a:gd name="connsiteY4" fmla="*/ 635 h 634"/>
                <a:gd name="connsiteX5" fmla="*/ 0 w 1270"/>
                <a:gd name="connsiteY5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0" h="634">
                  <a:moveTo>
                    <a:pt x="1270" y="0"/>
                  </a:moveTo>
                  <a:lnTo>
                    <a:pt x="1270" y="0"/>
                  </a:lnTo>
                  <a:lnTo>
                    <a:pt x="1270" y="0"/>
                  </a:lnTo>
                  <a:lnTo>
                    <a:pt x="635" y="0"/>
                  </a:ln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F1CD011-C595-10AF-8B4F-4F6C11432D1F}"/>
                </a:ext>
              </a:extLst>
            </p:cNvPr>
            <p:cNvSpPr/>
            <p:nvPr/>
          </p:nvSpPr>
          <p:spPr>
            <a:xfrm>
              <a:off x="6073140" y="3100070"/>
              <a:ext cx="756919" cy="709929"/>
            </a:xfrm>
            <a:custGeom>
              <a:avLst/>
              <a:gdLst>
                <a:gd name="connsiteX0" fmla="*/ 756920 w 756919"/>
                <a:gd name="connsiteY0" fmla="*/ 544195 h 709929"/>
                <a:gd name="connsiteX1" fmla="*/ 737870 w 756919"/>
                <a:gd name="connsiteY1" fmla="*/ 709930 h 709929"/>
                <a:gd name="connsiteX2" fmla="*/ 2540 w 756919"/>
                <a:gd name="connsiteY2" fmla="*/ 513080 h 709929"/>
                <a:gd name="connsiteX3" fmla="*/ 2540 w 756919"/>
                <a:gd name="connsiteY3" fmla="*/ 512445 h 709929"/>
                <a:gd name="connsiteX4" fmla="*/ 1905 w 756919"/>
                <a:gd name="connsiteY4" fmla="*/ 513080 h 709929"/>
                <a:gd name="connsiteX5" fmla="*/ 0 w 756919"/>
                <a:gd name="connsiteY5" fmla="*/ 512445 h 709929"/>
                <a:gd name="connsiteX6" fmla="*/ 512445 w 756919"/>
                <a:gd name="connsiteY6" fmla="*/ 0 h 709929"/>
                <a:gd name="connsiteX7" fmla="*/ 756920 w 756919"/>
                <a:gd name="connsiteY7" fmla="*/ 544195 h 70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919" h="709929">
                  <a:moveTo>
                    <a:pt x="756920" y="544195"/>
                  </a:moveTo>
                  <a:cubicBezTo>
                    <a:pt x="756920" y="600710"/>
                    <a:pt x="749935" y="656590"/>
                    <a:pt x="737870" y="709930"/>
                  </a:cubicBezTo>
                  <a:lnTo>
                    <a:pt x="2540" y="513080"/>
                  </a:lnTo>
                  <a:lnTo>
                    <a:pt x="2540" y="512445"/>
                  </a:lnTo>
                  <a:lnTo>
                    <a:pt x="1905" y="513080"/>
                  </a:lnTo>
                  <a:lnTo>
                    <a:pt x="0" y="512445"/>
                  </a:lnTo>
                  <a:lnTo>
                    <a:pt x="512445" y="0"/>
                  </a:lnTo>
                  <a:cubicBezTo>
                    <a:pt x="662940" y="133350"/>
                    <a:pt x="756920" y="327660"/>
                    <a:pt x="756920" y="544195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DEC3142-76C5-CB37-2E81-BAC5513B7C2F}"/>
                </a:ext>
              </a:extLst>
            </p:cNvPr>
            <p:cNvSpPr/>
            <p:nvPr/>
          </p:nvSpPr>
          <p:spPr>
            <a:xfrm>
              <a:off x="6075679" y="3612515"/>
              <a:ext cx="6350" cy="634"/>
            </a:xfrm>
            <a:custGeom>
              <a:avLst/>
              <a:gdLst>
                <a:gd name="connsiteX0" fmla="*/ 0 w 6350"/>
                <a:gd name="connsiteY0" fmla="*/ 0 h 634"/>
                <a:gd name="connsiteX1" fmla="*/ 0 w 6350"/>
                <a:gd name="connsiteY1" fmla="*/ 0 h 634"/>
                <a:gd name="connsiteX2" fmla="*/ 0 w 6350"/>
                <a:gd name="connsiteY2" fmla="*/ 0 h 634"/>
                <a:gd name="connsiteX3" fmla="*/ 0 w 6350"/>
                <a:gd name="connsiteY3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" h="63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B8AB8BB-2ADE-1A95-91F4-17140A835EC0}"/>
                </a:ext>
              </a:extLst>
            </p:cNvPr>
            <p:cNvSpPr/>
            <p:nvPr/>
          </p:nvSpPr>
          <p:spPr>
            <a:xfrm>
              <a:off x="6073775" y="3612515"/>
              <a:ext cx="1904" cy="6350"/>
            </a:xfrm>
            <a:custGeom>
              <a:avLst/>
              <a:gdLst>
                <a:gd name="connsiteX0" fmla="*/ 1905 w 1904"/>
                <a:gd name="connsiteY0" fmla="*/ 0 h 6350"/>
                <a:gd name="connsiteX1" fmla="*/ 0 w 1904"/>
                <a:gd name="connsiteY1" fmla="*/ 0 h 6350"/>
                <a:gd name="connsiteX2" fmla="*/ 1905 w 1904"/>
                <a:gd name="connsiteY2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6350">
                  <a:moveTo>
                    <a:pt x="1905" y="0"/>
                  </a:moveTo>
                  <a:lnTo>
                    <a:pt x="0" y="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4E210BE-0A02-78CE-675D-E5D43901B008}"/>
                </a:ext>
              </a:extLst>
            </p:cNvPr>
            <p:cNvSpPr/>
            <p:nvPr/>
          </p:nvSpPr>
          <p:spPr>
            <a:xfrm>
              <a:off x="6073775" y="3611879"/>
              <a:ext cx="6350" cy="635"/>
            </a:xfrm>
            <a:custGeom>
              <a:avLst/>
              <a:gdLst>
                <a:gd name="connsiteX0" fmla="*/ 0 w 6350"/>
                <a:gd name="connsiteY0" fmla="*/ 635 h 635"/>
                <a:gd name="connsiteX1" fmla="*/ 0 w 6350"/>
                <a:gd name="connsiteY1" fmla="*/ 635 h 635"/>
                <a:gd name="connsiteX2" fmla="*/ 0 w 6350"/>
                <a:gd name="connsiteY2" fmla="*/ 635 h 635"/>
                <a:gd name="connsiteX3" fmla="*/ 0 w 6350"/>
                <a:gd name="connsiteY3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" h="635">
                  <a:moveTo>
                    <a:pt x="0" y="635"/>
                  </a:moveTo>
                  <a:lnTo>
                    <a:pt x="0" y="635"/>
                  </a:ln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7F78599-DED1-21F9-32B4-033D2D5A7A77}"/>
                </a:ext>
              </a:extLst>
            </p:cNvPr>
            <p:cNvSpPr/>
            <p:nvPr/>
          </p:nvSpPr>
          <p:spPr>
            <a:xfrm>
              <a:off x="5401945" y="2943860"/>
              <a:ext cx="671829" cy="668655"/>
            </a:xfrm>
            <a:custGeom>
              <a:avLst/>
              <a:gdLst>
                <a:gd name="connsiteX0" fmla="*/ 671830 w 671829"/>
                <a:gd name="connsiteY0" fmla="*/ 668655 h 668655"/>
                <a:gd name="connsiteX1" fmla="*/ 0 w 671829"/>
                <a:gd name="connsiteY1" fmla="*/ 488315 h 668655"/>
                <a:gd name="connsiteX2" fmla="*/ 492760 w 671829"/>
                <a:gd name="connsiteY2" fmla="*/ 0 h 668655"/>
                <a:gd name="connsiteX3" fmla="*/ 671830 w 671829"/>
                <a:gd name="connsiteY3" fmla="*/ 668655 h 66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1829" h="668655">
                  <a:moveTo>
                    <a:pt x="671830" y="668655"/>
                  </a:moveTo>
                  <a:lnTo>
                    <a:pt x="0" y="488315"/>
                  </a:lnTo>
                  <a:cubicBezTo>
                    <a:pt x="71120" y="253365"/>
                    <a:pt x="257175" y="69215"/>
                    <a:pt x="492760" y="0"/>
                  </a:cubicBezTo>
                  <a:lnTo>
                    <a:pt x="671830" y="66865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BAD0A57-BAD3-2EC1-06AC-1FB06FEB5ACF}"/>
                </a:ext>
              </a:extLst>
            </p:cNvPr>
            <p:cNvSpPr/>
            <p:nvPr/>
          </p:nvSpPr>
          <p:spPr>
            <a:xfrm>
              <a:off x="6073775" y="3612515"/>
              <a:ext cx="6350" cy="6350"/>
            </a:xfrm>
            <a:custGeom>
              <a:avLst/>
              <a:gdLst>
                <a:gd name="connsiteX0" fmla="*/ 0 w 6350"/>
                <a:gd name="connsiteY0" fmla="*/ 0 h 6350"/>
                <a:gd name="connsiteX1" fmla="*/ 0 w 6350"/>
                <a:gd name="connsiteY1" fmla="*/ 0 h 6350"/>
                <a:gd name="connsiteX2" fmla="*/ 0 w 6350"/>
                <a:gd name="connsiteY2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0" h="635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1522379-CB06-D266-550A-C55788B06382}"/>
                </a:ext>
              </a:extLst>
            </p:cNvPr>
            <p:cNvSpPr/>
            <p:nvPr/>
          </p:nvSpPr>
          <p:spPr>
            <a:xfrm>
              <a:off x="5894704" y="2914650"/>
              <a:ext cx="691514" cy="697229"/>
            </a:xfrm>
            <a:custGeom>
              <a:avLst/>
              <a:gdLst>
                <a:gd name="connsiteX0" fmla="*/ 691515 w 691514"/>
                <a:gd name="connsiteY0" fmla="*/ 184785 h 697229"/>
                <a:gd name="connsiteX1" fmla="*/ 179070 w 691514"/>
                <a:gd name="connsiteY1" fmla="*/ 697230 h 697229"/>
                <a:gd name="connsiteX2" fmla="*/ 0 w 691514"/>
                <a:gd name="connsiteY2" fmla="*/ 29210 h 697229"/>
                <a:gd name="connsiteX3" fmla="*/ 205740 w 691514"/>
                <a:gd name="connsiteY3" fmla="*/ 0 h 697229"/>
                <a:gd name="connsiteX4" fmla="*/ 691515 w 691514"/>
                <a:gd name="connsiteY4" fmla="*/ 184785 h 69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4" h="697229">
                  <a:moveTo>
                    <a:pt x="691515" y="184785"/>
                  </a:moveTo>
                  <a:lnTo>
                    <a:pt x="179070" y="697230"/>
                  </a:lnTo>
                  <a:lnTo>
                    <a:pt x="0" y="29210"/>
                  </a:lnTo>
                  <a:cubicBezTo>
                    <a:pt x="65405" y="10160"/>
                    <a:pt x="134620" y="0"/>
                    <a:pt x="205740" y="0"/>
                  </a:cubicBezTo>
                  <a:cubicBezTo>
                    <a:pt x="392430" y="0"/>
                    <a:pt x="562610" y="69850"/>
                    <a:pt x="691515" y="184785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9C1AD93-16AF-E5C7-1818-1646E1A7FD98}"/>
                </a:ext>
              </a:extLst>
            </p:cNvPr>
            <p:cNvSpPr/>
            <p:nvPr/>
          </p:nvSpPr>
          <p:spPr>
            <a:xfrm>
              <a:off x="5894704" y="2943860"/>
              <a:ext cx="178435" cy="668655"/>
            </a:xfrm>
            <a:custGeom>
              <a:avLst/>
              <a:gdLst>
                <a:gd name="connsiteX0" fmla="*/ 0 w 178435"/>
                <a:gd name="connsiteY0" fmla="*/ 0 h 668655"/>
                <a:gd name="connsiteX1" fmla="*/ 0 w 178435"/>
                <a:gd name="connsiteY1" fmla="*/ 0 h 668655"/>
                <a:gd name="connsiteX2" fmla="*/ 178435 w 178435"/>
                <a:gd name="connsiteY2" fmla="*/ 668655 h 668655"/>
                <a:gd name="connsiteX3" fmla="*/ 178435 w 178435"/>
                <a:gd name="connsiteY3" fmla="*/ 668655 h 668655"/>
                <a:gd name="connsiteX4" fmla="*/ 178435 w 178435"/>
                <a:gd name="connsiteY4" fmla="*/ 668655 h 668655"/>
                <a:gd name="connsiteX5" fmla="*/ 0 w 178435"/>
                <a:gd name="connsiteY5" fmla="*/ 0 h 66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435" h="66865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178435" y="668655"/>
                  </a:lnTo>
                  <a:lnTo>
                    <a:pt x="178435" y="668655"/>
                  </a:lnTo>
                  <a:lnTo>
                    <a:pt x="178435" y="668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3D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65EAC93-9AD7-C0C6-13B9-BFD5508BA57D}"/>
                </a:ext>
              </a:extLst>
            </p:cNvPr>
            <p:cNvSpPr/>
            <p:nvPr/>
          </p:nvSpPr>
          <p:spPr>
            <a:xfrm rot="3599436">
              <a:off x="5340068" y="3304664"/>
              <a:ext cx="693067" cy="736080"/>
            </a:xfrm>
            <a:custGeom>
              <a:avLst/>
              <a:gdLst>
                <a:gd name="connsiteX0" fmla="*/ 716280 w 716279"/>
                <a:gd name="connsiteY0" fmla="*/ 739775 h 760730"/>
                <a:gd name="connsiteX1" fmla="*/ 543560 w 716279"/>
                <a:gd name="connsiteY1" fmla="*/ 760730 h 760730"/>
                <a:gd name="connsiteX2" fmla="*/ 0 w 716279"/>
                <a:gd name="connsiteY2" fmla="*/ 517525 h 760730"/>
                <a:gd name="connsiteX3" fmla="*/ 517525 w 716279"/>
                <a:gd name="connsiteY3" fmla="*/ 0 h 760730"/>
                <a:gd name="connsiteX4" fmla="*/ 716280 w 716279"/>
                <a:gd name="connsiteY4" fmla="*/ 739775 h 76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279" h="760730">
                  <a:moveTo>
                    <a:pt x="716280" y="739775"/>
                  </a:moveTo>
                  <a:cubicBezTo>
                    <a:pt x="661035" y="753110"/>
                    <a:pt x="603250" y="760730"/>
                    <a:pt x="543560" y="760730"/>
                  </a:cubicBezTo>
                  <a:cubicBezTo>
                    <a:pt x="327660" y="760730"/>
                    <a:pt x="133985" y="666750"/>
                    <a:pt x="0" y="517525"/>
                  </a:cubicBezTo>
                  <a:lnTo>
                    <a:pt x="517525" y="0"/>
                  </a:lnTo>
                  <a:lnTo>
                    <a:pt x="716280" y="73977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Graphic 5">
            <a:extLst>
              <a:ext uri="{FF2B5EF4-FFF2-40B4-BE49-F238E27FC236}">
                <a16:creationId xmlns:a16="http://schemas.microsoft.com/office/drawing/2014/main" id="{06D8224E-5073-07E0-D4DF-4C5BFBC96BDE}"/>
              </a:ext>
            </a:extLst>
          </p:cNvPr>
          <p:cNvGrpSpPr/>
          <p:nvPr/>
        </p:nvGrpSpPr>
        <p:grpSpPr>
          <a:xfrm>
            <a:off x="4187083" y="4950755"/>
            <a:ext cx="1047432" cy="1047432"/>
            <a:chOff x="5492750" y="3035300"/>
            <a:chExt cx="1244600" cy="1244600"/>
          </a:xfrm>
          <a:solidFill>
            <a:srgbClr val="FFFFFF"/>
          </a:solidFill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9859FCC-B5DB-6B18-E713-AEE33F74068D}"/>
                </a:ext>
              </a:extLst>
            </p:cNvPr>
            <p:cNvSpPr/>
            <p:nvPr/>
          </p:nvSpPr>
          <p:spPr>
            <a:xfrm>
              <a:off x="5519420" y="3063240"/>
              <a:ext cx="1162050" cy="1162050"/>
            </a:xfrm>
            <a:custGeom>
              <a:avLst/>
              <a:gdLst>
                <a:gd name="connsiteX0" fmla="*/ 1162050 w 1162050"/>
                <a:gd name="connsiteY0" fmla="*/ 581025 h 1162050"/>
                <a:gd name="connsiteX1" fmla="*/ 581025 w 1162050"/>
                <a:gd name="connsiteY1" fmla="*/ 1162050 h 1162050"/>
                <a:gd name="connsiteX2" fmla="*/ 0 w 1162050"/>
                <a:gd name="connsiteY2" fmla="*/ 581025 h 1162050"/>
                <a:gd name="connsiteX3" fmla="*/ 581025 w 1162050"/>
                <a:gd name="connsiteY3" fmla="*/ 0 h 1162050"/>
                <a:gd name="connsiteX4" fmla="*/ 1162050 w 1162050"/>
                <a:gd name="connsiteY4" fmla="*/ 581025 h 116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050" h="1162050">
                  <a:moveTo>
                    <a:pt x="1162050" y="581025"/>
                  </a:moveTo>
                  <a:cubicBezTo>
                    <a:pt x="1162050" y="901916"/>
                    <a:pt x="901916" y="1162050"/>
                    <a:pt x="581025" y="1162050"/>
                  </a:cubicBezTo>
                  <a:cubicBezTo>
                    <a:pt x="260133" y="1162050"/>
                    <a:pt x="0" y="901916"/>
                    <a:pt x="0" y="581025"/>
                  </a:cubicBezTo>
                  <a:cubicBezTo>
                    <a:pt x="0" y="260134"/>
                    <a:pt x="260133" y="0"/>
                    <a:pt x="581025" y="0"/>
                  </a:cubicBezTo>
                  <a:cubicBezTo>
                    <a:pt x="901916" y="0"/>
                    <a:pt x="1162050" y="260134"/>
                    <a:pt x="1162050" y="581025"/>
                  </a:cubicBezTo>
                  <a:close/>
                </a:path>
              </a:pathLst>
            </a:custGeom>
            <a:solidFill>
              <a:schemeClr val="bg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1BAF3EBE-5ECE-C7ED-1CE9-69F2D555C1AE}"/>
              </a:ext>
            </a:extLst>
          </p:cNvPr>
          <p:cNvSpPr/>
          <p:nvPr/>
        </p:nvSpPr>
        <p:spPr>
          <a:xfrm>
            <a:off x="3240345" y="4072931"/>
            <a:ext cx="612068" cy="4316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pl-PL" sz="1600" b="1" dirty="0">
                <a:solidFill>
                  <a:schemeClr val="bg1"/>
                </a:solidFill>
                <a:latin typeface="Lexend Deca" panose="020B0604020202020204" charset="0"/>
                <a:cs typeface="Lexend Deca" panose="020B0604020202020204" charset="0"/>
              </a:rPr>
              <a:t>01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3B92060-3A4E-9693-E5CC-FD4514098759}"/>
              </a:ext>
            </a:extLst>
          </p:cNvPr>
          <p:cNvSpPr/>
          <p:nvPr/>
        </p:nvSpPr>
        <p:spPr>
          <a:xfrm>
            <a:off x="4650045" y="3882431"/>
            <a:ext cx="612068" cy="4316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pl-PL" sz="1600" b="1" dirty="0">
                <a:solidFill>
                  <a:schemeClr val="bg1"/>
                </a:solidFill>
                <a:latin typeface="Lexend Deca" panose="020B0604020202020204" charset="0"/>
                <a:cs typeface="Lexend Deca" panose="020B0604020202020204" charset="0"/>
              </a:rPr>
              <a:t>02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0B306FD-555F-89A7-083E-5CDCE7A98386}"/>
              </a:ext>
            </a:extLst>
          </p:cNvPr>
          <p:cNvSpPr/>
          <p:nvPr/>
        </p:nvSpPr>
        <p:spPr>
          <a:xfrm>
            <a:off x="5650170" y="4825406"/>
            <a:ext cx="612068" cy="4316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pl-PL" sz="1600" b="1" dirty="0">
                <a:solidFill>
                  <a:schemeClr val="tx1"/>
                </a:solidFill>
                <a:latin typeface="Lexend Deca" panose="020B0604020202020204" charset="0"/>
                <a:cs typeface="Lexend Deca" panose="020B0604020202020204" charset="0"/>
              </a:rPr>
              <a:t>03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6C1F864-ACD1-D850-9CCA-31A0779E3BCD}"/>
              </a:ext>
            </a:extLst>
          </p:cNvPr>
          <p:cNvSpPr/>
          <p:nvPr/>
        </p:nvSpPr>
        <p:spPr>
          <a:xfrm>
            <a:off x="5202495" y="6006506"/>
            <a:ext cx="612068" cy="4316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pl-PL" sz="1600" b="1" dirty="0">
                <a:solidFill>
                  <a:schemeClr val="bg1"/>
                </a:solidFill>
                <a:latin typeface="Lexend Deca" panose="020B0604020202020204" charset="0"/>
                <a:cs typeface="Lexend Deca" panose="020B0604020202020204" charset="0"/>
              </a:rPr>
              <a:t>04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69E1BCB-C2F5-59AC-DE95-B17B9E074FBB}"/>
              </a:ext>
            </a:extLst>
          </p:cNvPr>
          <p:cNvSpPr/>
          <p:nvPr/>
        </p:nvSpPr>
        <p:spPr>
          <a:xfrm>
            <a:off x="4059495" y="6320831"/>
            <a:ext cx="612068" cy="4316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pl-PL" sz="1600" b="1" dirty="0">
                <a:solidFill>
                  <a:schemeClr val="bg1"/>
                </a:solidFill>
                <a:latin typeface="Lexend Deca" panose="020B0604020202020204" charset="0"/>
                <a:cs typeface="Lexend Deca" panose="020B0604020202020204" charset="0"/>
              </a:rPr>
              <a:t>05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F8A49A9-1BBF-A974-B5C0-8D05EEDD5F63}"/>
              </a:ext>
            </a:extLst>
          </p:cNvPr>
          <p:cNvSpPr/>
          <p:nvPr/>
        </p:nvSpPr>
        <p:spPr>
          <a:xfrm>
            <a:off x="2983170" y="5520731"/>
            <a:ext cx="612068" cy="4316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pl-PL" sz="1600" b="1" dirty="0">
                <a:solidFill>
                  <a:schemeClr val="bg1"/>
                </a:solidFill>
                <a:latin typeface="Lexend Deca" panose="020B0604020202020204" charset="0"/>
                <a:cs typeface="Lexend Deca" panose="020B0604020202020204" charset="0"/>
              </a:rPr>
              <a:t>06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FA2B174-E0CC-063B-F21F-7D01A01E31FC}"/>
              </a:ext>
            </a:extLst>
          </p:cNvPr>
          <p:cNvSpPr/>
          <p:nvPr/>
        </p:nvSpPr>
        <p:spPr>
          <a:xfrm>
            <a:off x="9778552" y="2957514"/>
            <a:ext cx="3251648" cy="115170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800"/>
              </a:spcBef>
            </a:pPr>
            <a:r>
              <a:rPr lang="pl-PL" sz="1600" b="1" dirty="0">
                <a:solidFill>
                  <a:schemeClr val="tx1"/>
                </a:solidFill>
                <a:latin typeface="Outfit" panose="020B0604020202020204" charset="0"/>
              </a:rPr>
              <a:t>01</a:t>
            </a:r>
          </a:p>
          <a:p>
            <a:pPr>
              <a:spcBef>
                <a:spcPts val="800"/>
              </a:spcBef>
            </a:pP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Lorem ipsum dolor sit amet, consectetuer adipiscing elit. Maecenas porttitor </a:t>
            </a:r>
            <a:b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</a:b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congue massa.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CCEF79D-A704-EF96-AAF9-A36E4B9ADE17}"/>
              </a:ext>
            </a:extLst>
          </p:cNvPr>
          <p:cNvSpPr/>
          <p:nvPr/>
        </p:nvSpPr>
        <p:spPr>
          <a:xfrm>
            <a:off x="12902752" y="2957514"/>
            <a:ext cx="3251648" cy="115170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800"/>
              </a:spcBef>
            </a:pPr>
            <a:r>
              <a:rPr lang="pl-PL" sz="1600" b="1" dirty="0">
                <a:solidFill>
                  <a:schemeClr val="accent5"/>
                </a:solidFill>
                <a:latin typeface="Outfit" panose="020B0604020202020204" charset="0"/>
              </a:rPr>
              <a:t>02</a:t>
            </a:r>
          </a:p>
          <a:p>
            <a:pPr>
              <a:spcBef>
                <a:spcPts val="800"/>
              </a:spcBef>
            </a:pP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Lorem ipsum dolor sit amet, consectetuer adipiscing elit. Maecenas porttitor </a:t>
            </a:r>
            <a:b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</a:b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congue massa. 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7BFDFF0-5202-2CB9-51A2-1E5743886D31}"/>
              </a:ext>
            </a:extLst>
          </p:cNvPr>
          <p:cNvSpPr/>
          <p:nvPr/>
        </p:nvSpPr>
        <p:spPr>
          <a:xfrm>
            <a:off x="9778552" y="4541454"/>
            <a:ext cx="3251648" cy="115170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800"/>
              </a:spcBef>
            </a:pPr>
            <a:r>
              <a:rPr lang="pl-PL" sz="1600" b="1" dirty="0">
                <a:solidFill>
                  <a:schemeClr val="accent6">
                    <a:lumMod val="75000"/>
                  </a:schemeClr>
                </a:solidFill>
                <a:latin typeface="Outfit" panose="020B0604020202020204" charset="0"/>
              </a:rPr>
              <a:t>03</a:t>
            </a:r>
          </a:p>
          <a:p>
            <a:pPr>
              <a:spcBef>
                <a:spcPts val="800"/>
              </a:spcBef>
            </a:pP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Lorem ipsum dolor sit amet, consectetuer adipiscing elit. Maecenas porttitor </a:t>
            </a:r>
            <a:b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</a:b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congue massa.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8516509-8EA4-4FAE-32F4-ECE98CD547E2}"/>
              </a:ext>
            </a:extLst>
          </p:cNvPr>
          <p:cNvSpPr/>
          <p:nvPr/>
        </p:nvSpPr>
        <p:spPr>
          <a:xfrm>
            <a:off x="12896378" y="4541454"/>
            <a:ext cx="2953222" cy="115170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800"/>
              </a:spcBef>
            </a:pPr>
            <a:r>
              <a:rPr lang="pl-PL" sz="1600" b="1" dirty="0">
                <a:solidFill>
                  <a:schemeClr val="accent1"/>
                </a:solidFill>
                <a:latin typeface="Outfit" panose="020B0604020202020204" charset="0"/>
              </a:rPr>
              <a:t>04</a:t>
            </a:r>
          </a:p>
          <a:p>
            <a:pPr>
              <a:spcBef>
                <a:spcPts val="800"/>
              </a:spcBef>
            </a:pP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Lorem ipsum dolor sit amet, consectetuer adipiscing elit. Maecenas porttitor </a:t>
            </a:r>
            <a:b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</a:b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congue massa. 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F6C2644-39A6-F970-60A0-ACC6335F9B8C}"/>
              </a:ext>
            </a:extLst>
          </p:cNvPr>
          <p:cNvSpPr/>
          <p:nvPr/>
        </p:nvSpPr>
        <p:spPr>
          <a:xfrm>
            <a:off x="9778552" y="6125394"/>
            <a:ext cx="3251648" cy="115170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800"/>
              </a:spcBef>
            </a:pPr>
            <a:r>
              <a:rPr lang="pl-PL" sz="1600" b="1" dirty="0">
                <a:solidFill>
                  <a:schemeClr val="accent2"/>
                </a:solidFill>
                <a:latin typeface="Outfit" panose="020B0604020202020204" charset="0"/>
              </a:rPr>
              <a:t>05</a:t>
            </a:r>
          </a:p>
          <a:p>
            <a:pPr>
              <a:spcBef>
                <a:spcPts val="800"/>
              </a:spcBef>
            </a:pP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Lorem ipsum dolor sit amet, consectetuer adipiscing elit. Maecenas porttitor </a:t>
            </a:r>
            <a:b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</a:b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congue massa. 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090DD23-9DAD-E27E-C359-AC314963DB48}"/>
              </a:ext>
            </a:extLst>
          </p:cNvPr>
          <p:cNvSpPr/>
          <p:nvPr/>
        </p:nvSpPr>
        <p:spPr>
          <a:xfrm>
            <a:off x="12902752" y="6125394"/>
            <a:ext cx="3251648" cy="115170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800"/>
              </a:spcBef>
            </a:pPr>
            <a:r>
              <a:rPr lang="pl-PL" sz="1600" b="1" dirty="0">
                <a:solidFill>
                  <a:schemeClr val="accent3"/>
                </a:solidFill>
                <a:latin typeface="Outfit" panose="020B0604020202020204" charset="0"/>
              </a:rPr>
              <a:t>06</a:t>
            </a:r>
          </a:p>
          <a:p>
            <a:pPr>
              <a:spcBef>
                <a:spcPts val="800"/>
              </a:spcBef>
            </a:pP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Lorem ipsum dolor sit amet, consectetuer adipiscing elit. Maecenas porttitor </a:t>
            </a:r>
            <a:b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</a:br>
            <a:r>
              <a:rPr lang="pl-PL" sz="1600" dirty="0">
                <a:solidFill>
                  <a:schemeClr val="tx1"/>
                </a:solidFill>
                <a:latin typeface="Outfit" panose="020B0604020202020204" charset="0"/>
              </a:rPr>
              <a:t>congue massa. </a:t>
            </a:r>
          </a:p>
        </p:txBody>
      </p:sp>
    </p:spTree>
    <p:extLst>
      <p:ext uri="{BB962C8B-B14F-4D97-AF65-F5344CB8AC3E}">
        <p14:creationId xmlns:p14="http://schemas.microsoft.com/office/powerpoint/2010/main" val="1839107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6705" y="9549449"/>
            <a:ext cx="7244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461010"/>
            <a:ext cx="137087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KPIs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77" y="4914212"/>
            <a:ext cx="4289074" cy="139627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986" y="4909148"/>
            <a:ext cx="4349842" cy="140640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4576" y="4909148"/>
            <a:ext cx="4349842" cy="1406405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 flipV="1">
            <a:off x="1042988" y="6248341"/>
            <a:ext cx="0" cy="185600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6933998" y="6248341"/>
            <a:ext cx="0" cy="185600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V="1">
            <a:off x="12616588" y="6248341"/>
            <a:ext cx="0" cy="185600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246499" y="7704298"/>
            <a:ext cx="43037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KPI #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409148"/>
            <a:ext cx="4652222" cy="37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367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Briefly elaborate on the KPI.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66781" y="7704298"/>
            <a:ext cx="431826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KPI #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24473" y="8409148"/>
            <a:ext cx="4652222" cy="37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367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Briefly elaborate on the KPI.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45188" y="7704298"/>
            <a:ext cx="41295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1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KPI # 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07063" y="8409148"/>
            <a:ext cx="4652222" cy="37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367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Briefly elaborate on the KPI.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2988" y="2457960"/>
            <a:ext cx="10900187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Header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consectetuer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adipiscing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elit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6705" y="95494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426064"/>
            <a:ext cx="1714500" cy="40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417288"/>
            <a:ext cx="359666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Comparison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4545109"/>
            <a:ext cx="3993857" cy="773093"/>
            <a:chOff x="0" y="0"/>
            <a:chExt cx="3411676" cy="660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461077"/>
            <a:ext cx="3993857" cy="773093"/>
            <a:chOff x="0" y="0"/>
            <a:chExt cx="3411676" cy="660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>
                <a:latin typeface="Lexend Deca" panose="020B0604020202020204" charset="0"/>
                <a:cs typeface="Lexend Deca" panose="020B060402020202020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6377046"/>
            <a:ext cx="3993857" cy="773093"/>
            <a:chOff x="0" y="0"/>
            <a:chExt cx="3411676" cy="660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7293014"/>
            <a:ext cx="3993857" cy="773093"/>
            <a:chOff x="0" y="0"/>
            <a:chExt cx="3411676" cy="660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8208982"/>
            <a:ext cx="3993857" cy="773093"/>
            <a:chOff x="0" y="0"/>
            <a:chExt cx="3411676" cy="660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07040" y="4545109"/>
            <a:ext cx="3993857" cy="773093"/>
            <a:chOff x="0" y="0"/>
            <a:chExt cx="3411676" cy="660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07040" y="5461077"/>
            <a:ext cx="3993857" cy="773093"/>
            <a:chOff x="0" y="0"/>
            <a:chExt cx="3411676" cy="660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07040" y="6377046"/>
            <a:ext cx="3993857" cy="773093"/>
            <a:chOff x="0" y="0"/>
            <a:chExt cx="3411676" cy="660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07040" y="7293014"/>
            <a:ext cx="3993857" cy="773093"/>
            <a:chOff x="0" y="0"/>
            <a:chExt cx="3411676" cy="660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107040" y="8208982"/>
            <a:ext cx="3993857" cy="773093"/>
            <a:chOff x="0" y="0"/>
            <a:chExt cx="3411676" cy="660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07040" y="3625981"/>
            <a:ext cx="3993857" cy="773093"/>
            <a:chOff x="0" y="0"/>
            <a:chExt cx="3411676" cy="660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86241" y="4545109"/>
            <a:ext cx="3993857" cy="773093"/>
            <a:chOff x="0" y="0"/>
            <a:chExt cx="3411676" cy="660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86241" y="5461077"/>
            <a:ext cx="3993857" cy="773093"/>
            <a:chOff x="0" y="0"/>
            <a:chExt cx="3411676" cy="660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86241" y="6377046"/>
            <a:ext cx="3993857" cy="773093"/>
            <a:chOff x="0" y="0"/>
            <a:chExt cx="3411676" cy="660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86241" y="7293014"/>
            <a:ext cx="3993857" cy="773093"/>
            <a:chOff x="0" y="0"/>
            <a:chExt cx="3411676" cy="660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86241" y="8208982"/>
            <a:ext cx="3993857" cy="773093"/>
            <a:chOff x="0" y="0"/>
            <a:chExt cx="3411676" cy="660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86241" y="3625981"/>
            <a:ext cx="3993857" cy="773093"/>
            <a:chOff x="0" y="0"/>
            <a:chExt cx="3411676" cy="660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265443" y="4545109"/>
            <a:ext cx="3993857" cy="773093"/>
            <a:chOff x="0" y="0"/>
            <a:chExt cx="3411676" cy="660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265443" y="5461077"/>
            <a:ext cx="3993857" cy="773093"/>
            <a:chOff x="0" y="0"/>
            <a:chExt cx="3411676" cy="660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265443" y="6377046"/>
            <a:ext cx="3993857" cy="773093"/>
            <a:chOff x="0" y="0"/>
            <a:chExt cx="3411676" cy="660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265443" y="7293014"/>
            <a:ext cx="3993857" cy="773093"/>
            <a:chOff x="0" y="0"/>
            <a:chExt cx="3411676" cy="660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265443" y="8208982"/>
            <a:ext cx="3993857" cy="773093"/>
            <a:chOff x="0" y="0"/>
            <a:chExt cx="3411676" cy="660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265443" y="3625981"/>
            <a:ext cx="3993857" cy="773093"/>
            <a:chOff x="0" y="0"/>
            <a:chExt cx="3411676" cy="660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Freeform 58"/>
          <p:cNvSpPr/>
          <p:nvPr/>
        </p:nvSpPr>
        <p:spPr>
          <a:xfrm>
            <a:off x="6918231" y="474591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15075574" y="474591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10997432" y="5661102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6918231" y="657785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15075574" y="657785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10996372" y="657785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10996372" y="8409007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6918231" y="7493039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Freeform 66"/>
          <p:cNvSpPr/>
          <p:nvPr/>
        </p:nvSpPr>
        <p:spPr>
          <a:xfrm>
            <a:off x="15075574" y="7493039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7" name="Freeform 67"/>
          <p:cNvSpPr/>
          <p:nvPr/>
        </p:nvSpPr>
        <p:spPr>
          <a:xfrm>
            <a:off x="15075574" y="8409007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8" name="TextBox 68"/>
          <p:cNvSpPr txBox="1"/>
          <p:nvPr/>
        </p:nvSpPr>
        <p:spPr>
          <a:xfrm>
            <a:off x="1099772" y="4736393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METRIC-1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99772" y="5652361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METRIC-2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99772" y="6568330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METRIC-3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99772" y="7484298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METRIC-4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99772" y="8400266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METRIC-5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178112" y="3817265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HEADER-1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257313" y="3817265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HEADER-2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3336515" y="3817265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HEADER-3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28700" y="2366613"/>
            <a:ext cx="3036813" cy="72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4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1936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1FCF-E520-C20C-954C-FBB36E89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8DEB249-31AE-8DE3-1B08-4777FF25068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5515E1-558D-9611-A1C8-3233117C8803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529B38-C9D7-1B1D-ECA7-0A10672E08AF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1B3DBAD-7876-4C06-BCC3-76321DFFEEEE}"/>
              </a:ext>
            </a:extLst>
          </p:cNvPr>
          <p:cNvSpPr txBox="1"/>
          <p:nvPr/>
        </p:nvSpPr>
        <p:spPr>
          <a:xfrm>
            <a:off x="1256705" y="95494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01DF38F-F76C-BCAC-C9C9-AB18BFD941C1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C3D615-5F97-D4B7-4854-47DC768CD35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B3AC535-3373-8B7F-9EC2-3A4EE5B97CE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9327DC-7588-EBD7-261A-4B8859359817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10C7D08-9EB9-89FA-42B4-7E7A777DF430}"/>
              </a:ext>
            </a:extLst>
          </p:cNvPr>
          <p:cNvSpPr txBox="1"/>
          <p:nvPr/>
        </p:nvSpPr>
        <p:spPr>
          <a:xfrm>
            <a:off x="1028700" y="426064"/>
            <a:ext cx="1714500" cy="40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Title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F0ED63E-3EBF-47DB-E13D-B0612188DE02}"/>
              </a:ext>
            </a:extLst>
          </p:cNvPr>
          <p:cNvSpPr txBox="1"/>
          <p:nvPr/>
        </p:nvSpPr>
        <p:spPr>
          <a:xfrm>
            <a:off x="1028700" y="1417288"/>
            <a:ext cx="17145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Table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06A20AEA-87DC-D43F-4E67-DF92A4F9BC3D}"/>
              </a:ext>
            </a:extLst>
          </p:cNvPr>
          <p:cNvSpPr txBox="1"/>
          <p:nvPr/>
        </p:nvSpPr>
        <p:spPr>
          <a:xfrm>
            <a:off x="1028700" y="2366613"/>
            <a:ext cx="3036813" cy="72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4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Lorem ipsum dolor sit </a:t>
            </a:r>
            <a:r>
              <a:rPr lang="en-US" sz="1936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1936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</a:p>
        </p:txBody>
      </p:sp>
      <p:graphicFrame>
        <p:nvGraphicFramePr>
          <p:cNvPr id="77" name="Table 13">
            <a:extLst>
              <a:ext uri="{FF2B5EF4-FFF2-40B4-BE49-F238E27FC236}">
                <a16:creationId xmlns:a16="http://schemas.microsoft.com/office/drawing/2014/main" id="{A65960F1-B1C8-7EA0-DBEB-B663B1503F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982164"/>
              </p:ext>
            </p:extLst>
          </p:nvPr>
        </p:nvGraphicFramePr>
        <p:xfrm>
          <a:off x="1800552" y="3087784"/>
          <a:ext cx="14687550" cy="580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510">
                  <a:extLst>
                    <a:ext uri="{9D8B030D-6E8A-4147-A177-3AD203B41FA5}">
                      <a16:colId xmlns:a16="http://schemas.microsoft.com/office/drawing/2014/main" val="1966832001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3540949815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3369825937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650077375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1785039167"/>
                    </a:ext>
                  </a:extLst>
                </a:gridCol>
              </a:tblGrid>
              <a:tr h="829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Header 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02020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Header</a:t>
                      </a:r>
                      <a:endParaRPr kumimoji="0" lang="en-US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02020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Header</a:t>
                      </a:r>
                      <a:endParaRPr kumimoji="0" lang="en-US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02020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Header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02020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Header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372436"/>
                  </a:ext>
                </a:extLst>
              </a:tr>
              <a:tr h="829808"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chemeClr val="tx1"/>
                          </a:solidFill>
                          <a:latin typeface="Outfit" panose="020B0604020202020204" charset="0"/>
                        </a:rPr>
                        <a:t>Text</a:t>
                      </a:r>
                      <a:endParaRPr lang="en-US" sz="2000" dirty="0">
                        <a:solidFill>
                          <a:schemeClr val="tx1"/>
                        </a:solidFill>
                        <a:latin typeface="Outfit" panose="020B060402020202020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08767"/>
                  </a:ext>
                </a:extLst>
              </a:tr>
              <a:tr h="829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008310"/>
                  </a:ext>
                </a:extLst>
              </a:tr>
              <a:tr h="829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397579"/>
                  </a:ext>
                </a:extLst>
              </a:tr>
              <a:tr h="829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980659"/>
                  </a:ext>
                </a:extLst>
              </a:tr>
              <a:tr h="829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138922"/>
                  </a:ext>
                </a:extLst>
              </a:tr>
              <a:tr h="829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utfit" panose="020B0604020202020204" charset="0"/>
                          <a:ea typeface="+mn-ea"/>
                          <a:cs typeface="+mn-cs"/>
                        </a:rPr>
                        <a:t>Text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Outfit" panose="020B060402020202020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851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573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2244349" cy="1629958"/>
          </a:xfrm>
          <a:custGeom>
            <a:avLst/>
            <a:gdLst/>
            <a:ahLst/>
            <a:cxnLst/>
            <a:rect l="l" t="t" r="r" b="b"/>
            <a:pathLst>
              <a:path w="2244349" h="1629958">
                <a:moveTo>
                  <a:pt x="0" y="0"/>
                </a:moveTo>
                <a:lnTo>
                  <a:pt x="2244349" y="0"/>
                </a:lnTo>
                <a:lnTo>
                  <a:pt x="2244349" y="1629958"/>
                </a:lnTo>
                <a:lnTo>
                  <a:pt x="0" y="162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4322560"/>
            <a:ext cx="13597623" cy="18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chemeClr val="bg1"/>
                </a:solidFill>
                <a:latin typeface="Lexend Deca" panose="020B0604020202020204" charset="0"/>
                <a:ea typeface="Atkinson Hyperlegible Bold"/>
                <a:cs typeface="Lexend Deca" panose="020B0604020202020204" charset="0"/>
                <a:sym typeface="Atkinson Hyperlegible Bold"/>
              </a:rPr>
              <a:t>Do things at your own pace. </a:t>
            </a:r>
          </a:p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chemeClr val="bg1"/>
                </a:solidFill>
                <a:latin typeface="Lexend Deca" panose="020B0604020202020204" charset="0"/>
                <a:ea typeface="Atkinson Hyperlegible Bold"/>
                <a:cs typeface="Lexend Deca" panose="020B0604020202020204" charset="0"/>
                <a:sym typeface="Atkinson Hyperlegible Bold"/>
              </a:rPr>
              <a:t>Life's not a race.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787765"/>
            <a:ext cx="3310286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 b="1" spc="99" dirty="0">
                <a:solidFill>
                  <a:srgbClr val="FFFFFF"/>
                </a:solidFill>
                <a:latin typeface="Lexend Deca" panose="020B0604020202020204" charset="0"/>
                <a:ea typeface="Atkinson Hyperlegible Bold"/>
                <a:cs typeface="Lexend Deca" panose="020B0604020202020204" charset="0"/>
                <a:sym typeface="Atkinson Hyperlegible Bold"/>
              </a:rPr>
              <a:t>- Shawn Garcia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6" name="Freeform 6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EB2C-72B4-2376-B415-1DBB54E4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50BFE9-031E-CA36-023B-637B07AE69B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7B70BD-A3C3-8A62-3110-7C1BE7A32E3C}"/>
              </a:ext>
            </a:extLst>
          </p:cNvPr>
          <p:cNvSpPr txBox="1"/>
          <p:nvPr/>
        </p:nvSpPr>
        <p:spPr>
          <a:xfrm>
            <a:off x="1028701" y="4479925"/>
            <a:ext cx="4229099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6230806-A285-7401-5018-2F5698374104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FED85B6-C546-8002-E2CC-108F72D2DE81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82908" y="1724723"/>
            <a:ext cx="1163180" cy="1271867"/>
          </a:xfrm>
          <a:custGeom>
            <a:avLst/>
            <a:gdLst/>
            <a:ahLst/>
            <a:cxnLst/>
            <a:rect l="l" t="t" r="r" b="b"/>
            <a:pathLst>
              <a:path w="1163180" h="1271867">
                <a:moveTo>
                  <a:pt x="0" y="0"/>
                </a:moveTo>
                <a:lnTo>
                  <a:pt x="1163180" y="0"/>
                </a:lnTo>
                <a:lnTo>
                  <a:pt x="1163180" y="1271867"/>
                </a:lnTo>
                <a:lnTo>
                  <a:pt x="0" y="1271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310964" y="1724723"/>
            <a:ext cx="807057" cy="1271867"/>
          </a:xfrm>
          <a:custGeom>
            <a:avLst/>
            <a:gdLst/>
            <a:ahLst/>
            <a:cxnLst/>
            <a:rect l="l" t="t" r="r" b="b"/>
            <a:pathLst>
              <a:path w="807057" h="1271867">
                <a:moveTo>
                  <a:pt x="0" y="0"/>
                </a:moveTo>
                <a:lnTo>
                  <a:pt x="807057" y="0"/>
                </a:lnTo>
                <a:lnTo>
                  <a:pt x="807057" y="1271867"/>
                </a:lnTo>
                <a:lnTo>
                  <a:pt x="0" y="1271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25665" y="1724723"/>
            <a:ext cx="917120" cy="1128447"/>
          </a:xfrm>
          <a:custGeom>
            <a:avLst/>
            <a:gdLst/>
            <a:ahLst/>
            <a:cxnLst/>
            <a:rect l="l" t="t" r="r" b="b"/>
            <a:pathLst>
              <a:path w="917120" h="1128447">
                <a:moveTo>
                  <a:pt x="0" y="0"/>
                </a:moveTo>
                <a:lnTo>
                  <a:pt x="917120" y="0"/>
                </a:lnTo>
                <a:lnTo>
                  <a:pt x="917120" y="1128448"/>
                </a:lnTo>
                <a:lnTo>
                  <a:pt x="0" y="11284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38180" y="1724723"/>
            <a:ext cx="794017" cy="1128447"/>
          </a:xfrm>
          <a:custGeom>
            <a:avLst/>
            <a:gdLst/>
            <a:ahLst/>
            <a:cxnLst/>
            <a:rect l="l" t="t" r="r" b="b"/>
            <a:pathLst>
              <a:path w="794017" h="1128447">
                <a:moveTo>
                  <a:pt x="0" y="0"/>
                </a:moveTo>
                <a:lnTo>
                  <a:pt x="794017" y="0"/>
                </a:lnTo>
                <a:lnTo>
                  <a:pt x="794017" y="1128448"/>
                </a:lnTo>
                <a:lnTo>
                  <a:pt x="0" y="11284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792952" y="3838977"/>
            <a:ext cx="1084473" cy="940534"/>
          </a:xfrm>
          <a:custGeom>
            <a:avLst/>
            <a:gdLst/>
            <a:ahLst/>
            <a:cxnLst/>
            <a:rect l="l" t="t" r="r" b="b"/>
            <a:pathLst>
              <a:path w="1084473" h="940534">
                <a:moveTo>
                  <a:pt x="0" y="0"/>
                </a:moveTo>
                <a:lnTo>
                  <a:pt x="1084473" y="0"/>
                </a:lnTo>
                <a:lnTo>
                  <a:pt x="1084473" y="940534"/>
                </a:lnTo>
                <a:lnTo>
                  <a:pt x="0" y="9405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300443" y="3838977"/>
            <a:ext cx="1042353" cy="1042353"/>
          </a:xfrm>
          <a:custGeom>
            <a:avLst/>
            <a:gdLst/>
            <a:ahLst/>
            <a:cxnLst/>
            <a:rect l="l" t="t" r="r" b="b"/>
            <a:pathLst>
              <a:path w="1042353" h="1042353">
                <a:moveTo>
                  <a:pt x="0" y="0"/>
                </a:moveTo>
                <a:lnTo>
                  <a:pt x="1042353" y="0"/>
                </a:lnTo>
                <a:lnTo>
                  <a:pt x="1042353" y="1042353"/>
                </a:lnTo>
                <a:lnTo>
                  <a:pt x="0" y="1042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220796" y="3737158"/>
            <a:ext cx="987392" cy="1042353"/>
          </a:xfrm>
          <a:custGeom>
            <a:avLst/>
            <a:gdLst/>
            <a:ahLst/>
            <a:cxnLst/>
            <a:rect l="l" t="t" r="r" b="b"/>
            <a:pathLst>
              <a:path w="987392" h="1042353">
                <a:moveTo>
                  <a:pt x="0" y="0"/>
                </a:moveTo>
                <a:lnTo>
                  <a:pt x="987392" y="0"/>
                </a:lnTo>
                <a:lnTo>
                  <a:pt x="987392" y="1042353"/>
                </a:lnTo>
                <a:lnTo>
                  <a:pt x="0" y="10423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292110" y="5844789"/>
            <a:ext cx="1059018" cy="966595"/>
          </a:xfrm>
          <a:custGeom>
            <a:avLst/>
            <a:gdLst/>
            <a:ahLst/>
            <a:cxnLst/>
            <a:rect l="l" t="t" r="r" b="b"/>
            <a:pathLst>
              <a:path w="1059018" h="966595">
                <a:moveTo>
                  <a:pt x="0" y="0"/>
                </a:moveTo>
                <a:lnTo>
                  <a:pt x="1059018" y="0"/>
                </a:lnTo>
                <a:lnTo>
                  <a:pt x="1059018" y="966595"/>
                </a:lnTo>
                <a:lnTo>
                  <a:pt x="0" y="9665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452087" y="5798119"/>
            <a:ext cx="824822" cy="1059935"/>
          </a:xfrm>
          <a:custGeom>
            <a:avLst/>
            <a:gdLst/>
            <a:ahLst/>
            <a:cxnLst/>
            <a:rect l="l" t="t" r="r" b="b"/>
            <a:pathLst>
              <a:path w="824822" h="1059935">
                <a:moveTo>
                  <a:pt x="0" y="0"/>
                </a:moveTo>
                <a:lnTo>
                  <a:pt x="824822" y="0"/>
                </a:lnTo>
                <a:lnTo>
                  <a:pt x="824822" y="1059935"/>
                </a:lnTo>
                <a:lnTo>
                  <a:pt x="0" y="105993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087990" y="3737158"/>
            <a:ext cx="792469" cy="975074"/>
          </a:xfrm>
          <a:custGeom>
            <a:avLst/>
            <a:gdLst/>
            <a:ahLst/>
            <a:cxnLst/>
            <a:rect l="l" t="t" r="r" b="b"/>
            <a:pathLst>
              <a:path w="792469" h="975074">
                <a:moveTo>
                  <a:pt x="0" y="0"/>
                </a:moveTo>
                <a:lnTo>
                  <a:pt x="792469" y="0"/>
                </a:lnTo>
                <a:lnTo>
                  <a:pt x="792469" y="975074"/>
                </a:lnTo>
                <a:lnTo>
                  <a:pt x="0" y="97507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294986" y="3838977"/>
            <a:ext cx="1139024" cy="1035476"/>
          </a:xfrm>
          <a:custGeom>
            <a:avLst/>
            <a:gdLst/>
            <a:ahLst/>
            <a:cxnLst/>
            <a:rect l="l" t="t" r="r" b="b"/>
            <a:pathLst>
              <a:path w="1139024" h="1035476">
                <a:moveTo>
                  <a:pt x="0" y="0"/>
                </a:moveTo>
                <a:lnTo>
                  <a:pt x="1139024" y="0"/>
                </a:lnTo>
                <a:lnTo>
                  <a:pt x="1139024" y="1035476"/>
                </a:lnTo>
                <a:lnTo>
                  <a:pt x="0" y="10354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355732" y="7687203"/>
            <a:ext cx="931775" cy="847068"/>
          </a:xfrm>
          <a:custGeom>
            <a:avLst/>
            <a:gdLst/>
            <a:ahLst/>
            <a:cxnLst/>
            <a:rect l="l" t="t" r="r" b="b"/>
            <a:pathLst>
              <a:path w="931775" h="847068">
                <a:moveTo>
                  <a:pt x="0" y="0"/>
                </a:moveTo>
                <a:lnTo>
                  <a:pt x="931775" y="0"/>
                </a:lnTo>
                <a:lnTo>
                  <a:pt x="931775" y="847068"/>
                </a:lnTo>
                <a:lnTo>
                  <a:pt x="0" y="84706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272474" y="5775908"/>
            <a:ext cx="884037" cy="847068"/>
          </a:xfrm>
          <a:custGeom>
            <a:avLst/>
            <a:gdLst/>
            <a:ahLst/>
            <a:cxnLst/>
            <a:rect l="l" t="t" r="r" b="b"/>
            <a:pathLst>
              <a:path w="884037" h="847068">
                <a:moveTo>
                  <a:pt x="0" y="0"/>
                </a:moveTo>
                <a:lnTo>
                  <a:pt x="884037" y="0"/>
                </a:lnTo>
                <a:lnTo>
                  <a:pt x="884037" y="847068"/>
                </a:lnTo>
                <a:lnTo>
                  <a:pt x="0" y="84706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826234" y="5943114"/>
            <a:ext cx="1017909" cy="512656"/>
          </a:xfrm>
          <a:custGeom>
            <a:avLst/>
            <a:gdLst/>
            <a:ahLst/>
            <a:cxnLst/>
            <a:rect l="l" t="t" r="r" b="b"/>
            <a:pathLst>
              <a:path w="1017909" h="512656">
                <a:moveTo>
                  <a:pt x="0" y="0"/>
                </a:moveTo>
                <a:lnTo>
                  <a:pt x="1017909" y="0"/>
                </a:lnTo>
                <a:lnTo>
                  <a:pt x="1017909" y="512656"/>
                </a:lnTo>
                <a:lnTo>
                  <a:pt x="0" y="51265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3960789" y="5674095"/>
            <a:ext cx="1046872" cy="1050693"/>
          </a:xfrm>
          <a:custGeom>
            <a:avLst/>
            <a:gdLst/>
            <a:ahLst/>
            <a:cxnLst/>
            <a:rect l="l" t="t" r="r" b="b"/>
            <a:pathLst>
              <a:path w="1046872" h="1050693">
                <a:moveTo>
                  <a:pt x="0" y="0"/>
                </a:moveTo>
                <a:lnTo>
                  <a:pt x="1046872" y="0"/>
                </a:lnTo>
                <a:lnTo>
                  <a:pt x="1046872" y="1050693"/>
                </a:lnTo>
                <a:lnTo>
                  <a:pt x="0" y="105069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415885" y="7578977"/>
            <a:ext cx="897225" cy="1063521"/>
          </a:xfrm>
          <a:custGeom>
            <a:avLst/>
            <a:gdLst/>
            <a:ahLst/>
            <a:cxnLst/>
            <a:rect l="l" t="t" r="r" b="b"/>
            <a:pathLst>
              <a:path w="897225" h="1063521">
                <a:moveTo>
                  <a:pt x="0" y="0"/>
                </a:moveTo>
                <a:lnTo>
                  <a:pt x="897225" y="0"/>
                </a:lnTo>
                <a:lnTo>
                  <a:pt x="897225" y="1063521"/>
                </a:lnTo>
                <a:lnTo>
                  <a:pt x="0" y="106352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072256" y="7847662"/>
            <a:ext cx="1284473" cy="686609"/>
          </a:xfrm>
          <a:custGeom>
            <a:avLst/>
            <a:gdLst/>
            <a:ahLst/>
            <a:cxnLst/>
            <a:rect l="l" t="t" r="r" b="b"/>
            <a:pathLst>
              <a:path w="1284473" h="686609">
                <a:moveTo>
                  <a:pt x="0" y="0"/>
                </a:moveTo>
                <a:lnTo>
                  <a:pt x="1284473" y="0"/>
                </a:lnTo>
                <a:lnTo>
                  <a:pt x="1284473" y="686609"/>
                </a:lnTo>
                <a:lnTo>
                  <a:pt x="0" y="68660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5732652" y="7629883"/>
            <a:ext cx="1205073" cy="955295"/>
          </a:xfrm>
          <a:custGeom>
            <a:avLst/>
            <a:gdLst/>
            <a:ahLst/>
            <a:cxnLst/>
            <a:rect l="l" t="t" r="r" b="b"/>
            <a:pathLst>
              <a:path w="1205073" h="955295">
                <a:moveTo>
                  <a:pt x="0" y="0"/>
                </a:moveTo>
                <a:lnTo>
                  <a:pt x="1205073" y="0"/>
                </a:lnTo>
                <a:lnTo>
                  <a:pt x="1205073" y="955295"/>
                </a:lnTo>
                <a:lnTo>
                  <a:pt x="0" y="95529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0355732" y="1644502"/>
            <a:ext cx="924530" cy="1420367"/>
          </a:xfrm>
          <a:custGeom>
            <a:avLst/>
            <a:gdLst/>
            <a:ahLst/>
            <a:cxnLst/>
            <a:rect l="l" t="t" r="r" b="b"/>
            <a:pathLst>
              <a:path w="924530" h="1420367">
                <a:moveTo>
                  <a:pt x="0" y="0"/>
                </a:moveTo>
                <a:lnTo>
                  <a:pt x="924529" y="0"/>
                </a:lnTo>
                <a:lnTo>
                  <a:pt x="924529" y="1420367"/>
                </a:lnTo>
                <a:lnTo>
                  <a:pt x="0" y="1420367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960789" y="7541099"/>
            <a:ext cx="1044079" cy="1044079"/>
          </a:xfrm>
          <a:custGeom>
            <a:avLst/>
            <a:gdLst/>
            <a:ahLst/>
            <a:cxnLst/>
            <a:rect l="l" t="t" r="r" b="b"/>
            <a:pathLst>
              <a:path w="1044079" h="1044079">
                <a:moveTo>
                  <a:pt x="0" y="0"/>
                </a:moveTo>
                <a:lnTo>
                  <a:pt x="1044079" y="0"/>
                </a:lnTo>
                <a:lnTo>
                  <a:pt x="1044079" y="1044079"/>
                </a:lnTo>
                <a:lnTo>
                  <a:pt x="0" y="1044079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E9B2BC9E-AF53-C3D9-86A8-A00636B41BA9}"/>
              </a:ext>
            </a:extLst>
          </p:cNvPr>
          <p:cNvSpPr txBox="1"/>
          <p:nvPr/>
        </p:nvSpPr>
        <p:spPr>
          <a:xfrm>
            <a:off x="1028700" y="1461010"/>
            <a:ext cx="4813254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Additional Icons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2983</Words>
  <Application>Microsoft Office PowerPoint</Application>
  <PresentationFormat>Custom</PresentationFormat>
  <Paragraphs>496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Outfit Semi-Bold</vt:lpstr>
      <vt:lpstr>Outfit</vt:lpstr>
      <vt:lpstr>Calibri</vt:lpstr>
      <vt:lpstr>Lexend Deca</vt:lpstr>
      <vt:lpstr>Aptos</vt:lpstr>
      <vt:lpstr>Outfit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Manish Nainani</cp:lastModifiedBy>
  <cp:revision>8</cp:revision>
  <dcterms:created xsi:type="dcterms:W3CDTF">2006-08-16T00:00:00Z</dcterms:created>
  <dcterms:modified xsi:type="dcterms:W3CDTF">2025-05-05T09:48:16Z</dcterms:modified>
  <dc:identifier>DAGmMKGe-eA</dc:identifier>
</cp:coreProperties>
</file>